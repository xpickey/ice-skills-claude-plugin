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761"/>
                </a:solidFill>
                <a:latin typeface="Inter Tight"/>
              </a:defRPr>
            </a:pPr>
            <a:r>
              <a:t>Test Solution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41413"/>
                </a:solidFill>
                <a:latin typeface="Sarabun"/>
              </a:defRPr>
            </a:pPr>
            <a:r>
              <a:t>Smoke test of B2B-Presentation-creator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D97757"/>
                </a:solidFill>
                <a:latin typeface="Inter Tight"/>
              </a:defRPr>
            </a:pPr>
            <a:r>
              <a:t>67%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Inter Tight"/>
              </a:defRPr>
            </a:pPr>
            <a:r>
              <a:t>Average reduction in close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41413"/>
                </a:solidFill>
                <a:latin typeface="Sarabun"/>
              </a:defRPr>
            </a:pPr>
            <a:r>
              <a:t>Across 50+ enterprise engagements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  <a:latin typeface="Inter Tight"/>
              </a:defRPr>
            </a:pPr>
            <a:r>
              <a:t>Three core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nter Tight"/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Enterprise-grade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nter Tight"/>
              </a:defRPr>
            </a:pPr>
            <a: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Built-in 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nter Tight"/>
              </a:defRPr>
            </a:pPr>
            <a:r>
              <a:t>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Change management 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  <a:latin typeface="Inter Tight"/>
              </a:defRPr>
            </a:pPr>
            <a:r>
              <a:t>Implementation in five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047" y="2743200"/>
            <a:ext cx="1828800" cy="1097280"/>
          </a:xfrm>
          <a:prstGeom prst="rect">
            <a:avLst/>
          </a:prstGeom>
          <a:solidFill>
            <a:srgbClr val="1E2761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948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arabun"/>
              </a:defRPr>
            </a:pPr>
            <a:r>
              <a:t>{'label': 'Discover'}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684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76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1167" y="2743200"/>
            <a:ext cx="1828800" cy="1097280"/>
          </a:xfrm>
          <a:prstGeom prst="rect">
            <a:avLst/>
          </a:prstGeom>
          <a:solidFill>
            <a:srgbClr val="1E2761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260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arabun"/>
              </a:defRPr>
            </a:pPr>
            <a:r>
              <a:t>{'label': 'Design'}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996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76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4287" y="2743200"/>
            <a:ext cx="1828800" cy="1097280"/>
          </a:xfrm>
          <a:prstGeom prst="rect">
            <a:avLst/>
          </a:prstGeom>
          <a:solidFill>
            <a:srgbClr val="1E2761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572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arabun"/>
              </a:defRPr>
            </a:pPr>
            <a:r>
              <a:t>{'label': 'Build'}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308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76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7407" y="2743200"/>
            <a:ext cx="1828800" cy="1097280"/>
          </a:xfrm>
          <a:prstGeom prst="rect">
            <a:avLst/>
          </a:prstGeom>
          <a:solidFill>
            <a:srgbClr val="1E2761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884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arabun"/>
              </a:defRPr>
            </a:pPr>
            <a:r>
              <a:t>{'label': 'Test'}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620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76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50527" y="2743200"/>
            <a:ext cx="1828800" cy="1097280"/>
          </a:xfrm>
          <a:prstGeom prst="rect">
            <a:avLst/>
          </a:prstGeom>
          <a:solidFill>
            <a:srgbClr val="1E2761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196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arabun"/>
              </a:defRPr>
            </a:pPr>
            <a:r>
              <a:t>{'label': 'Launch'}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