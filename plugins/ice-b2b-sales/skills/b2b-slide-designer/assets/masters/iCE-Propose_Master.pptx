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over">
  <p:cSld name="cov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8229600" cy="41148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ชื่อชุดเอกสาร เช่น ข้อเสนอโครงการ</a:t>
            </a:r>
          </a:p>
        </p:txBody>
      </p:sp>
      <p:sp>
        <p:nvSpPr>
          <p:cNvPr id="6" name="Title Placeholder"/>
          <p:cNvSpPr>
            <a:spLocks noGrp="1"/>
          </p:cNvSpPr>
          <p:nvPr>
            <p:ph type="ctrTitle"/>
          </p:nvPr>
        </p:nvSpPr>
        <p:spPr>
          <a:xfrm>
            <a:off x="548640" y="2286000"/>
            <a:ext cx="9326880" cy="155448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ชื่อเรื่องหลัก</a:t>
            </a:r>
          </a:p>
        </p:txBody>
      </p:sp>
      <p:sp>
        <p:nvSpPr>
          <p:cNvPr id="7" name="Subtitle Placeholder"/>
          <p:cNvSpPr>
            <a:spLocks noGrp="1"/>
          </p:cNvSpPr>
          <p:nvPr>
            <p:ph type="subTitle" idx="2"/>
          </p:nvPr>
        </p:nvSpPr>
        <p:spPr>
          <a:xfrm>
            <a:off x="548640" y="3931920"/>
            <a:ext cx="9326880" cy="7772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คำอธิบายสั้นหนึ่งประโยค</a:t>
            </a:r>
          </a:p>
        </p:txBody>
      </p:sp>
      <p:cxnSp>
        <p:nvCxnSpPr>
          <p:cNvPr id="8" name="Gold Rule"/>
          <p:cNvCxnSpPr/>
          <p:nvPr/>
        </p:nvCxnSpPr>
        <p:spPr>
          <a:xfrm>
            <a:off x="548640" y="48920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9" name="Meta Placeholder"/>
          <p:cNvSpPr>
            <a:spLocks noGrp="1"/>
          </p:cNvSpPr>
          <p:nvPr>
            <p:ph type="body" idx="3"/>
          </p:nvPr>
        </p:nvSpPr>
        <p:spPr>
          <a:xfrm>
            <a:off x="548640" y="5029200"/>
            <a:ext cx="8229600" cy="77724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จัดทำสำหรับ … · จัดทำโดย iCE Consulting · วันที่ …</a:t>
            </a:r>
          </a:p>
        </p:txBody>
      </p:sp>
      <p:pic>
        <p:nvPicPr>
          <p:cNvPr id="10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divider">
  <p:cSld name="divid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pic>
        <p:nvPicPr>
          <p:cNvPr id="5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sp>
        <p:nvSpPr>
          <p:cNvPr id="6" name="Section Number Placeholder"/>
          <p:cNvSpPr>
            <a:spLocks noGrp="1"/>
          </p:cNvSpPr>
          <p:nvPr>
            <p:ph type="body" idx="1"/>
          </p:nvPr>
        </p:nvSpPr>
        <p:spPr>
          <a:xfrm>
            <a:off x="548640" y="2057400"/>
            <a:ext cx="2103120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01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/>
          </p:nvPr>
        </p:nvSpPr>
        <p:spPr>
          <a:xfrm>
            <a:off x="2788920" y="2148840"/>
            <a:ext cx="8869680" cy="11887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36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ชื่อหัวข้อของช่วงนี้</a:t>
            </a:r>
          </a:p>
        </p:txBody>
      </p:sp>
      <p:sp>
        <p:nvSpPr>
          <p:cNvPr id="8" name="Subtitle Placeholder"/>
          <p:cNvSpPr>
            <a:spLocks noGrp="1"/>
          </p:cNvSpPr>
          <p:nvPr>
            <p:ph type="body" idx="2"/>
          </p:nvPr>
        </p:nvSpPr>
        <p:spPr>
          <a:xfrm>
            <a:off x="2788920" y="3383280"/>
            <a:ext cx="8869680" cy="82296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หนึ่งประโยคบอกว่าช่วงนี้ตอบคำถามอะไร</a:t>
            </a:r>
          </a:p>
        </p:txBody>
      </p:sp>
      <p:cxnSp>
        <p:nvCxnSpPr>
          <p:cNvPr id="9" name="Gold Rule"/>
          <p:cNvCxnSpPr/>
          <p:nvPr/>
        </p:nvCxnSpPr>
        <p:spPr>
          <a:xfrm>
            <a:off x="2788920" y="438912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1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ction-title-body">
  <p:cSld name="action-title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2148840"/>
            <a:ext cx="6400800" cy="37947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ประเด็นสำคัญเป็น bullet ทีละข้อ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idx="2"/>
          </p:nvPr>
        </p:nvSpPr>
        <p:spPr>
          <a:xfrm>
            <a:off x="7315200" y="2148840"/>
            <a:ext cx="4327855" cy="379476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ภาพ / แผนภาพ / icon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-column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Left Icon Placeholder"/>
          <p:cNvSpPr>
            <a:spLocks noGrp="1"/>
          </p:cNvSpPr>
          <p:nvPr>
            <p:ph type="pic" idx="5"/>
          </p:nvPr>
        </p:nvSpPr>
        <p:spPr>
          <a:xfrm>
            <a:off x="548640" y="214884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6" name="Left Heading Placeholder"/>
          <p:cNvSpPr>
            <a:spLocks noGrp="1"/>
          </p:cNvSpPr>
          <p:nvPr>
            <p:ph type="body" idx="1"/>
          </p:nvPr>
        </p:nvSpPr>
        <p:spPr>
          <a:xfrm>
            <a:off x="1143000" y="210312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หัวข้อคอลัมน์ซ้าย</a:t>
            </a:r>
          </a:p>
        </p:txBody>
      </p:sp>
      <p:sp>
        <p:nvSpPr>
          <p:cNvPr id="7" name="Left Body Placeholder"/>
          <p:cNvSpPr>
            <a:spLocks noGrp="1"/>
          </p:cNvSpPr>
          <p:nvPr>
            <p:ph type="body" idx="2"/>
          </p:nvPr>
        </p:nvSpPr>
        <p:spPr>
          <a:xfrm>
            <a:off x="548640" y="2788920"/>
            <a:ext cx="5295748" cy="315468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เนื้อหาคอลัมน์ซ้าย</a:t>
            </a:r>
          </a:p>
        </p:txBody>
      </p:sp>
      <p:cxnSp>
        <p:nvCxnSpPr>
          <p:cNvPr id="8" name="Column Divider"/>
          <p:cNvCxnSpPr/>
          <p:nvPr/>
        </p:nvCxnSpPr>
        <p:spPr>
          <a:xfrm>
            <a:off x="6095848" y="2148840"/>
            <a:ext cx="0" cy="3794760"/>
          </a:xfrm>
          <a:prstGeom prst="line">
            <a:avLst/>
          </a:prstGeom>
          <a:ln w="9525" cap="rnd">
            <a:solidFill>
              <a:srgbClr val="C9A227">
                <a:alpha val="35000"/>
              </a:srgbClr>
            </a:solidFill>
            <a:round/>
          </a:ln>
        </p:spPr>
      </p:cxnSp>
      <p:sp>
        <p:nvSpPr>
          <p:cNvPr id="9" name="Right Icon Placeholder"/>
          <p:cNvSpPr>
            <a:spLocks noGrp="1"/>
          </p:cNvSpPr>
          <p:nvPr>
            <p:ph type="pic" idx="6"/>
          </p:nvPr>
        </p:nvSpPr>
        <p:spPr>
          <a:xfrm>
            <a:off x="6347308" y="214884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0" name="Right Heading Placeholder"/>
          <p:cNvSpPr>
            <a:spLocks noGrp="1"/>
          </p:cNvSpPr>
          <p:nvPr>
            <p:ph type="body" idx="3"/>
          </p:nvPr>
        </p:nvSpPr>
        <p:spPr>
          <a:xfrm>
            <a:off x="6941668" y="210312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หัวข้อคอลัมน์ขวา</a:t>
            </a:r>
          </a:p>
        </p:txBody>
      </p:sp>
      <p:sp>
        <p:nvSpPr>
          <p:cNvPr id="11" name="Right Body Placeholder"/>
          <p:cNvSpPr>
            <a:spLocks noGrp="1"/>
          </p:cNvSpPr>
          <p:nvPr>
            <p:ph type="body" idx="4"/>
          </p:nvPr>
        </p:nvSpPr>
        <p:spPr>
          <a:xfrm>
            <a:off x="6347308" y="2788920"/>
            <a:ext cx="5295748" cy="315468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เนื้อหาคอลัมน์ขวา</a:t>
            </a:r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hree-card">
  <p:cSld name="three-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Card 1"/>
          <p:cNvSpPr/>
          <p:nvPr/>
        </p:nvSpPr>
        <p:spPr>
          <a:xfrm>
            <a:off x="548640" y="2148840"/>
            <a:ext cx="3515258" cy="37947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6" name="Card Strip 1"/>
          <p:cNvSpPr/>
          <p:nvPr/>
        </p:nvSpPr>
        <p:spPr>
          <a:xfrm>
            <a:off x="566928" y="2148840"/>
            <a:ext cx="3478682" cy="82296"/>
          </a:xfrm>
          <a:prstGeom prst="rect">
            <a:avLst/>
          </a:prstGeom>
          <a:gradFill rotWithShape="1">
            <a:gsLst>
              <a:gs pos="0">
                <a:srgbClr val="1E66A4"/>
              </a:gs>
              <a:gs pos="100000">
                <a:srgbClr val="2E8FB8"/>
              </a:gs>
            </a:gsLst>
            <a:lin ang="0" scaled="0"/>
          </a:gradFill>
          <a:ln>
            <a:noFill/>
          </a:ln>
        </p:spPr>
      </p:sp>
      <p:sp>
        <p:nvSpPr>
          <p:cNvPr id="7" name="Card 1 Icon Placeholder"/>
          <p:cNvSpPr>
            <a:spLocks noGrp="1"/>
          </p:cNvSpPr>
          <p:nvPr>
            <p:ph type="pic" idx="1"/>
          </p:nvPr>
        </p:nvSpPr>
        <p:spPr>
          <a:xfrm>
            <a:off x="822960" y="246888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8" name="Card 1 Heading Placeholder"/>
          <p:cNvSpPr>
            <a:spLocks noGrp="1"/>
          </p:cNvSpPr>
          <p:nvPr>
            <p:ph type="body" idx="2"/>
          </p:nvPr>
        </p:nvSpPr>
        <p:spPr>
          <a:xfrm>
            <a:off x="822960" y="324612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1</a:t>
            </a:r>
          </a:p>
        </p:txBody>
      </p:sp>
      <p:sp>
        <p:nvSpPr>
          <p:cNvPr id="9" name="Card 1 Body Placeholder"/>
          <p:cNvSpPr>
            <a:spLocks noGrp="1"/>
          </p:cNvSpPr>
          <p:nvPr>
            <p:ph type="body" idx="3"/>
          </p:nvPr>
        </p:nvSpPr>
        <p:spPr>
          <a:xfrm>
            <a:off x="822960" y="3886200"/>
            <a:ext cx="2966618" cy="178308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0" name="Card 2"/>
          <p:cNvSpPr/>
          <p:nvPr/>
        </p:nvSpPr>
        <p:spPr>
          <a:xfrm>
            <a:off x="4338218" y="2148840"/>
            <a:ext cx="3515258" cy="37947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1" name="Card Strip 2"/>
          <p:cNvSpPr/>
          <p:nvPr/>
        </p:nvSpPr>
        <p:spPr>
          <a:xfrm>
            <a:off x="4356506" y="2148840"/>
            <a:ext cx="3478682" cy="82296"/>
          </a:xfrm>
          <a:prstGeom prst="rect">
            <a:avLst/>
          </a:prstGeom>
          <a:gradFill rotWithShape="1">
            <a:gsLst>
              <a:gs pos="0">
                <a:srgbClr val="2E8FB8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2" name="Card 2 Icon Placeholder"/>
          <p:cNvSpPr>
            <a:spLocks noGrp="1"/>
          </p:cNvSpPr>
          <p:nvPr>
            <p:ph type="pic" idx="4"/>
          </p:nvPr>
        </p:nvSpPr>
        <p:spPr>
          <a:xfrm>
            <a:off x="4612538" y="246888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3" name="Card 2 Heading Placeholder"/>
          <p:cNvSpPr>
            <a:spLocks noGrp="1"/>
          </p:cNvSpPr>
          <p:nvPr>
            <p:ph type="body" idx="5"/>
          </p:nvPr>
        </p:nvSpPr>
        <p:spPr>
          <a:xfrm>
            <a:off x="4612538" y="324612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2</a:t>
            </a:r>
          </a:p>
        </p:txBody>
      </p:sp>
      <p:sp>
        <p:nvSpPr>
          <p:cNvPr id="14" name="Card 2 Body Placeholder"/>
          <p:cNvSpPr>
            <a:spLocks noGrp="1"/>
          </p:cNvSpPr>
          <p:nvPr>
            <p:ph type="body" idx="6"/>
          </p:nvPr>
        </p:nvSpPr>
        <p:spPr>
          <a:xfrm>
            <a:off x="4612538" y="3886200"/>
            <a:ext cx="2966618" cy="178308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5" name="Card 3"/>
          <p:cNvSpPr/>
          <p:nvPr/>
        </p:nvSpPr>
        <p:spPr>
          <a:xfrm>
            <a:off x="8127797" y="2148840"/>
            <a:ext cx="3515258" cy="37947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6" name="Card Strip 3"/>
          <p:cNvSpPr/>
          <p:nvPr/>
        </p:nvSpPr>
        <p:spPr>
          <a:xfrm>
            <a:off x="8146085" y="2148840"/>
            <a:ext cx="3478682" cy="82296"/>
          </a:xfrm>
          <a:prstGeom prst="rect">
            <a:avLst/>
          </a:prstGeom>
          <a:gradFill rotWithShape="1">
            <a:gsLst>
              <a:gs pos="0">
                <a:srgbClr val="41A8B5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7" name="Card 3 Icon Placeholder"/>
          <p:cNvSpPr>
            <a:spLocks noGrp="1"/>
          </p:cNvSpPr>
          <p:nvPr>
            <p:ph type="pic" idx="7"/>
          </p:nvPr>
        </p:nvSpPr>
        <p:spPr>
          <a:xfrm>
            <a:off x="8402117" y="246888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8" name="Card 3 Heading Placeholder"/>
          <p:cNvSpPr>
            <a:spLocks noGrp="1"/>
          </p:cNvSpPr>
          <p:nvPr>
            <p:ph type="body" idx="8"/>
          </p:nvPr>
        </p:nvSpPr>
        <p:spPr>
          <a:xfrm>
            <a:off x="8402117" y="324612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3</a:t>
            </a:r>
          </a:p>
        </p:txBody>
      </p:sp>
      <p:sp>
        <p:nvSpPr>
          <p:cNvPr id="19" name="Card 3 Body Placeholder"/>
          <p:cNvSpPr>
            <a:spLocks noGrp="1"/>
          </p:cNvSpPr>
          <p:nvPr>
            <p:ph type="body" idx="9"/>
          </p:nvPr>
        </p:nvSpPr>
        <p:spPr>
          <a:xfrm>
            <a:off x="8402117" y="3886200"/>
            <a:ext cx="2966618" cy="178308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able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Table Placeholder"/>
          <p:cNvSpPr>
            <a:spLocks noGrp="1"/>
          </p:cNvSpPr>
          <p:nvPr>
            <p:ph type="tbl" idx="1"/>
          </p:nvPr>
        </p:nvSpPr>
        <p:spPr>
          <a:xfrm>
            <a:off x="548640" y="2148840"/>
            <a:ext cx="11094415" cy="3246120"/>
          </a:xfrm>
        </p:spPr>
        <p:txBody>
          <a:bodyPr/>
          <a:lstStyle>
            <a:lvl1pPr algn="ctr">
              <a:buNone/>
              <a:defRPr sz="14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ตาราง</a:t>
            </a:r>
          </a:p>
        </p:txBody>
      </p:sp>
      <p:sp>
        <p:nvSpPr>
          <p:cNvPr id="6" name="Note Placeholder"/>
          <p:cNvSpPr>
            <a:spLocks noGrp="1"/>
          </p:cNvSpPr>
          <p:nvPr>
            <p:ph type="body" idx="2"/>
          </p:nvPr>
        </p:nvSpPr>
        <p:spPr>
          <a:xfrm>
            <a:off x="548640" y="5486400"/>
            <a:ext cx="11094415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หมายเหตุหรือที่มาของข้อมูล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meline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Phase 1 Label Placeholder"/>
          <p:cNvSpPr>
            <a:spLocks noGrp="1"/>
          </p:cNvSpPr>
          <p:nvPr>
            <p:ph type="body" idx="1"/>
          </p:nvPr>
        </p:nvSpPr>
        <p:spPr>
          <a:xfrm>
            <a:off x="640080" y="246888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1 · ระยะเวลา</a:t>
            </a:r>
          </a:p>
        </p:txBody>
      </p:sp>
      <p:sp>
        <p:nvSpPr>
          <p:cNvPr id="6" name="Phase 1 Detail Placeholder"/>
          <p:cNvSpPr>
            <a:spLocks noGrp="1"/>
          </p:cNvSpPr>
          <p:nvPr>
            <p:ph type="body" idx="5"/>
          </p:nvPr>
        </p:nvSpPr>
        <p:spPr>
          <a:xfrm>
            <a:off x="640080" y="3886200"/>
            <a:ext cx="2590724" cy="20574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7" name="Phase 2 Label Placeholder"/>
          <p:cNvSpPr>
            <a:spLocks noGrp="1"/>
          </p:cNvSpPr>
          <p:nvPr>
            <p:ph type="body" idx="2"/>
          </p:nvPr>
        </p:nvSpPr>
        <p:spPr>
          <a:xfrm>
            <a:off x="3413684" y="246888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2 · ระยะเวลา</a:t>
            </a:r>
          </a:p>
        </p:txBody>
      </p:sp>
      <p:sp>
        <p:nvSpPr>
          <p:cNvPr id="8" name="Phase 2 Detail Placeholder"/>
          <p:cNvSpPr>
            <a:spLocks noGrp="1"/>
          </p:cNvSpPr>
          <p:nvPr>
            <p:ph type="body" idx="6"/>
          </p:nvPr>
        </p:nvSpPr>
        <p:spPr>
          <a:xfrm>
            <a:off x="3413684" y="3886200"/>
            <a:ext cx="2590724" cy="20574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9" name="Phase 3 Label Placeholder"/>
          <p:cNvSpPr>
            <a:spLocks noGrp="1"/>
          </p:cNvSpPr>
          <p:nvPr>
            <p:ph type="body" idx="3"/>
          </p:nvPr>
        </p:nvSpPr>
        <p:spPr>
          <a:xfrm>
            <a:off x="6187288" y="246888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3 · ระยะเวลา</a:t>
            </a:r>
          </a:p>
        </p:txBody>
      </p:sp>
      <p:sp>
        <p:nvSpPr>
          <p:cNvPr id="10" name="Phase 3 Detail Placeholder"/>
          <p:cNvSpPr>
            <a:spLocks noGrp="1"/>
          </p:cNvSpPr>
          <p:nvPr>
            <p:ph type="body" idx="7"/>
          </p:nvPr>
        </p:nvSpPr>
        <p:spPr>
          <a:xfrm>
            <a:off x="6187288" y="3886200"/>
            <a:ext cx="2590724" cy="20574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1" name="Phase 4 Label Placeholder"/>
          <p:cNvSpPr>
            <a:spLocks noGrp="1"/>
          </p:cNvSpPr>
          <p:nvPr>
            <p:ph type="body" idx="4"/>
          </p:nvPr>
        </p:nvSpPr>
        <p:spPr>
          <a:xfrm>
            <a:off x="8960891" y="246888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4 · ระยะเวลา</a:t>
            </a:r>
          </a:p>
        </p:txBody>
      </p:sp>
      <p:sp>
        <p:nvSpPr>
          <p:cNvPr id="12" name="Phase 4 Detail Placeholder"/>
          <p:cNvSpPr>
            <a:spLocks noGrp="1"/>
          </p:cNvSpPr>
          <p:nvPr>
            <p:ph type="body" idx="8"/>
          </p:nvPr>
        </p:nvSpPr>
        <p:spPr>
          <a:xfrm>
            <a:off x="8960891" y="3886200"/>
            <a:ext cx="2590724" cy="205740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3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Title Placeholder"/>
          <p:cNvSpPr>
            <a:spLocks noGrp="1"/>
          </p:cNvSpPr>
          <p:nvPr>
            <p:ph type="ctrTitle"/>
          </p:nvPr>
        </p:nvSpPr>
        <p:spPr>
          <a:xfrm>
            <a:off x="548640" y="2194560"/>
            <a:ext cx="9326880" cy="128016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ขอบคุณ</a:t>
            </a:r>
          </a:p>
        </p:txBody>
      </p:sp>
      <p:sp>
        <p:nvSpPr>
          <p:cNvPr id="6" name="Subtitle Placeholder"/>
          <p:cNvSpPr>
            <a:spLocks noGrp="1"/>
          </p:cNvSpPr>
          <p:nvPr>
            <p:ph type="subTitle" idx="1"/>
          </p:nvPr>
        </p:nvSpPr>
        <p:spPr>
          <a:xfrm>
            <a:off x="548640" y="3566160"/>
            <a:ext cx="9326880" cy="731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ประโยคปิดหรือขั้นถัดไปที่เสนอ</a:t>
            </a:r>
          </a:p>
        </p:txBody>
      </p:sp>
      <p:cxnSp>
        <p:nvCxnSpPr>
          <p:cNvPr id="7" name="Gold Rule"/>
          <p:cNvCxnSpPr/>
          <p:nvPr/>
        </p:nvCxnSpPr>
        <p:spPr>
          <a:xfrm>
            <a:off x="548640" y="452628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8" name="Contact Placeholder"/>
          <p:cNvSpPr>
            <a:spLocks noGrp="1"/>
          </p:cNvSpPr>
          <p:nvPr>
            <p:ph type="body" idx="2"/>
          </p:nvPr>
        </p:nvSpPr>
        <p:spPr>
          <a:xfrm>
            <a:off x="548640" y="4663440"/>
            <a:ext cx="8229600" cy="9144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ชื่อผู้ติดต่อ · อีเมล · โทรศัพท์</a:t>
            </a:r>
          </a:p>
        </p:txBody>
      </p:sp>
      <p:pic>
        <p:nvPicPr>
          <p:cNvPr id="9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ppendix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 Tag"/>
          <p:cNvSpPr/>
          <p:nvPr/>
        </p:nvSpPr>
        <p:spPr>
          <a:xfrm>
            <a:off x="1417320" y="201168"/>
            <a:ext cx="1280160" cy="237744"/>
          </a:xfrm>
          <a:prstGeom prst="roundRect">
            <a:avLst/>
          </a:prstGeom>
          <a:solidFill>
            <a:srgbClr val="C9A227">
              <a:alpha val="18000"/>
            </a:srgbClr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000" b="1" dirty="0">
                <a:solidFill>
                  <a:srgbClr val="A6841C"/>
                </a:solidFill>
                <a:latin typeface="IBM Plex Sans Thai Looped"/>
                <a:ea typeface="IBM Plex Sans Thai Looped"/>
                <a:cs typeface="IBM Plex Sans Thai Looped"/>
              </a:rPr>
              <a:t>ภาคผนวก</a:t>
            </a:r>
          </a:p>
        </p:txBody>
      </p:sp>
      <p:sp>
        <p:nvSpPr>
          <p:cNvPr id="3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75438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หัวเรื่องของภาคผนวก</a:t>
            </a:r>
          </a:p>
        </p:txBody>
      </p:sp>
      <p:cxnSp>
        <p:nvCxnSpPr>
          <p:cNvPr id="5" name="Gold Rule"/>
          <p:cNvCxnSpPr/>
          <p:nvPr/>
        </p:nvCxnSpPr>
        <p:spPr>
          <a:xfrm>
            <a:off x="548640" y="19202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6" name="Body Placeholder"/>
          <p:cNvSpPr>
            <a:spLocks noGrp="1"/>
          </p:cNvSpPr>
          <p:nvPr>
            <p:ph type="body" idx="1"/>
          </p:nvPr>
        </p:nvSpPr>
        <p:spPr>
          <a:xfrm>
            <a:off x="548640" y="2148840"/>
            <a:ext cx="11094415" cy="37947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รายละเอียดประกอบ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CE-Propose">
    <p:bg>
      <p:bgPr>
        <a:gradFill rotWithShape="1">
          <a:gsLst>
            <a:gs pos="0">
              <a:srgbClr val="FFFFFF"/>
            </a:gs>
            <a:gs pos="55000">
              <a:srgbClr val="F2F7FB"/>
            </a:gs>
            <a:gs pos="100000">
              <a:srgbClr val="EAF1F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E Logo" descr="iCE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cxnSp>
        <p:nvCxnSpPr>
          <p:cNvPr id="3" name="Gold Hairline"/>
          <p:cNvCxnSpPr/>
          <p:nvPr/>
        </p:nvCxnSpPr>
        <p:spPr>
          <a:xfrm>
            <a:off x="548640" y="6144768"/>
            <a:ext cx="11094415" cy="0"/>
          </a:xfrm>
          <a:prstGeom prst="line">
            <a:avLst/>
          </a:prstGeom>
          <a:ln w="6350" cap="rnd">
            <a:solidFill>
              <a:srgbClr val="C9A227">
                <a:alpha val="30000"/>
              </a:srgbClr>
            </a:solidFill>
            <a:round/>
          </a:ln>
        </p:spPr>
      </p:cxn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lnSpc>
                <a:spcPct val="100000"/>
              </a:lnSpc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lnSpc>
                <a:spcPct val="100000"/>
              </a:lnSpc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</a:t>
            </a:r>
          </a:p>
        </p:txBody>
      </p: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2148840"/>
            <a:ext cx="11094415" cy="37947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lnSpc>
          <a:spcPct val="100000"/>
        </a:lnSpc>
        <a:defRPr sz="2600" b="1">
          <a:solidFill>
            <a:srgbClr val="15375C"/>
          </a:solidFill>
          <a:latin typeface="IBM Plex Sans Thai Looped"/>
          <a:ea typeface="IBM Plex Sans Thai Looped"/>
          <a:cs typeface="IBM Plex Sans Thai Looped"/>
        </a:defRPr>
      </a:lvl1pPr>
    </p:titleStyle>
    <p:bodyStyle>
      <a:lvl1pPr marL="228600" indent="-228600">
        <a:spcBef>
          <a:spcPts val="600"/>
        </a:spcBef>
        <a:buClr>
          <a:srgbClr val="41A8B5"/>
        </a:buClr>
        <a:buFont typeface="IBM Plex Sans Thai Looped"/>
        <a:buChar char="•"/>
        <a:defRPr sz="18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  <a:lvl2pPr marL="457200" indent="-228600">
        <a:spcBef>
          <a:spcPts val="300"/>
        </a:spcBef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2pPr>
      <a:lvl3pPr marL="685800" indent="-228600"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3pPr>
    </p:bodyStyle>
    <p:otherStyle>
      <a:defPPr>
        <a:defRPr lang="th-TH"/>
      </a:defPPr>
      <a:lvl1pPr algn="l">
        <a:defRPr sz="14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</p:otherStyle>
  </p:txStyles>
</p:sldMaster>
</file>

<file path=ppt/theme/theme1.xml><?xml version="1.0" encoding="utf-8"?>
<a:theme xmlns:a="http://schemas.openxmlformats.org/drawingml/2006/main" name="Office Theme">
  <a:themeElements>
    <a:clrScheme name="iCE">
      <a:dk1>
        <a:srgbClr val="595959"/>
      </a:dk1>
      <a:lt1>
        <a:srgbClr val="FFFFFF"/>
      </a:lt1>
      <a:dk2>
        <a:srgbClr val="15375C"/>
      </a:dk2>
      <a:lt2>
        <a:srgbClr val="F2F7FB"/>
      </a:lt2>
      <a:accent1>
        <a:srgbClr val="1E66A4"/>
      </a:accent1>
      <a:accent2>
        <a:srgbClr val="41A8B5"/>
      </a:accent2>
      <a:accent3>
        <a:srgbClr val="2E8FB8"/>
      </a:accent3>
      <a:accent4>
        <a:srgbClr val="C9A227"/>
      </a:accent4>
      <a:accent5>
        <a:srgbClr val="1F9D6B"/>
      </a:accent5>
      <a:accent6>
        <a:srgbClr val="C9912A"/>
      </a:accent6>
      <a:hlink>
        <a:srgbClr val="1E66A4"/>
      </a:hlink>
      <a:folHlink>
        <a:srgbClr val="41A8B5"/>
      </a:folHlink>
    </a:clrScheme>
    <a:fontScheme name="iCE">
      <a:maj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ajorFont>
      <a:min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iCE-Propose Master</dc:title>
  <dc:subject>แม่แบบ .pptx ของ iCE — 9 layout · 16:9</dc:subject>
  <dc:creator>iCE Consulting</dc:creator>
  <cp:keywords/>
  <dc:description>สร้างโดย make_master.py · ฟอนต์ theme = IBM Plex Sans Thai Looped · สีจาก iCE Design System tokens.json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