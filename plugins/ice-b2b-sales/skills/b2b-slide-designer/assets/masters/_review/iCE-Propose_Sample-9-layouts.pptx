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over">
  <p:cSld name="cover">
    <p:bg>
      <p:bgPr>
        <a:gradFill rotWithShape="1">
          <a:gsLst>
            <a:gs pos="0">
              <a:srgbClr val="0E2A47"/>
            </a:gs>
            <a:gs pos="45000">
              <a:srgbClr val="15375C"/>
            </a:gs>
            <a:gs pos="100000">
              <a:srgbClr val="1E5E7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ld Hairline"/>
          <p:cNvCxnSpPr/>
          <p:nvPr/>
        </p:nvCxnSpPr>
        <p:spPr>
          <a:xfrm>
            <a:off x="7680960" y="0"/>
            <a:ext cx="4510735" cy="3566160"/>
          </a:xfrm>
          <a:prstGeom prst="line">
            <a:avLst/>
          </a:prstGeom>
          <a:ln w="6350" cap="rnd">
            <a:solidFill>
              <a:srgbClr val="C9A227">
                <a:alpha val="20000"/>
              </a:srgbClr>
            </a:solidFill>
            <a:round/>
          </a:ln>
        </p:spPr>
      </p:cxnSp>
      <p:cxnSp>
        <p:nvCxnSpPr>
          <p:cNvPr id="3" name="Gold Hairline"/>
          <p:cNvCxnSpPr/>
          <p:nvPr/>
        </p:nvCxnSpPr>
        <p:spPr>
          <a:xfrm>
            <a:off x="8778240" y="0"/>
            <a:ext cx="3413455" cy="2377440"/>
          </a:xfrm>
          <a:prstGeom prst="line">
            <a:avLst/>
          </a:prstGeom>
          <a:ln w="6350" cap="rnd">
            <a:solidFill>
              <a:srgbClr val="C9A227">
                <a:alpha val="12000"/>
              </a:srgbClr>
            </a:solidFill>
            <a:round/>
          </a:ln>
        </p:spPr>
      </p:cxnSp>
      <p:cxnSp>
        <p:nvCxnSpPr>
          <p:cNvPr id="4" name="Gold Hairline"/>
          <p:cNvCxnSpPr/>
          <p:nvPr/>
        </p:nvCxnSpPr>
        <p:spPr>
          <a:xfrm>
            <a:off x="0" y="4846320"/>
            <a:ext cx="4206240" cy="2011680"/>
          </a:xfrm>
          <a:prstGeom prst="line">
            <a:avLst/>
          </a:prstGeom>
          <a:ln w="6350" cap="rnd">
            <a:solidFill>
              <a:srgbClr val="C9A227">
                <a:alpha val="14000"/>
              </a:srgbClr>
            </a:solidFill>
            <a:round/>
          </a:ln>
        </p:spPr>
      </p:cxnSp>
      <p:sp>
        <p:nvSpPr>
          <p:cNvPr id="5" name="Kicker Placeholder"/>
          <p:cNvSpPr>
            <a:spLocks noGrp="1"/>
          </p:cNvSpPr>
          <p:nvPr>
            <p:ph type="body" idx="1"/>
          </p:nvPr>
        </p:nvSpPr>
        <p:spPr>
          <a:xfrm>
            <a:off x="548640" y="1783080"/>
            <a:ext cx="8229600" cy="41148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l">
              <a:buNone/>
              <a:defRPr sz="14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4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ชื่อชุดเอกสาร เช่น ข้อเสนอโครงการ</a:t>
            </a:r>
          </a:p>
        </p:txBody>
      </p:sp>
      <p:sp>
        <p:nvSpPr>
          <p:cNvPr id="6" name="Title Placeholder"/>
          <p:cNvSpPr>
            <a:spLocks noGrp="1"/>
          </p:cNvSpPr>
          <p:nvPr>
            <p:ph type="ctrTitle"/>
          </p:nvPr>
        </p:nvSpPr>
        <p:spPr>
          <a:xfrm>
            <a:off x="548640" y="2286000"/>
            <a:ext cx="9326880" cy="155448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400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ชื่อเรื่องหลัก</a:t>
            </a:r>
          </a:p>
        </p:txBody>
      </p:sp>
      <p:sp>
        <p:nvSpPr>
          <p:cNvPr id="7" name="Subtitle Placeholder"/>
          <p:cNvSpPr>
            <a:spLocks noGrp="1"/>
          </p:cNvSpPr>
          <p:nvPr>
            <p:ph type="subTitle" idx="2"/>
          </p:nvPr>
        </p:nvSpPr>
        <p:spPr>
          <a:xfrm>
            <a:off x="548640" y="3931920"/>
            <a:ext cx="9326880" cy="7772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คำอธิบายสั้นหนึ่งประโยค</a:t>
            </a:r>
          </a:p>
        </p:txBody>
      </p:sp>
      <p:cxnSp>
        <p:nvCxnSpPr>
          <p:cNvPr id="8" name="Gold Rule"/>
          <p:cNvCxnSpPr/>
          <p:nvPr/>
        </p:nvCxnSpPr>
        <p:spPr>
          <a:xfrm>
            <a:off x="548640" y="489204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9" name="Meta Placeholder"/>
          <p:cNvSpPr>
            <a:spLocks noGrp="1"/>
          </p:cNvSpPr>
          <p:nvPr>
            <p:ph type="body" idx="3"/>
          </p:nvPr>
        </p:nvSpPr>
        <p:spPr>
          <a:xfrm>
            <a:off x="548640" y="5029200"/>
            <a:ext cx="8229600" cy="77724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จัดทำสำหรับ … · จัดทำโดย iCE Consulting · วันที่ …</a:t>
            </a:r>
          </a:p>
        </p:txBody>
      </p:sp>
      <p:pic>
        <p:nvPicPr>
          <p:cNvPr id="10" name="iCE Logo White" descr="iCE Logo 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71032"/>
            <a:ext cx="770792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divider">
  <p:cSld name="divider">
    <p:bg>
      <p:bgPr>
        <a:gradFill rotWithShape="1">
          <a:gsLst>
            <a:gs pos="0">
              <a:srgbClr val="0E2A47"/>
            </a:gs>
            <a:gs pos="45000">
              <a:srgbClr val="15375C"/>
            </a:gs>
            <a:gs pos="100000">
              <a:srgbClr val="1E5E7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ld Hairline"/>
          <p:cNvCxnSpPr/>
          <p:nvPr/>
        </p:nvCxnSpPr>
        <p:spPr>
          <a:xfrm>
            <a:off x="7680960" y="0"/>
            <a:ext cx="4510735" cy="3566160"/>
          </a:xfrm>
          <a:prstGeom prst="line">
            <a:avLst/>
          </a:prstGeom>
          <a:ln w="6350" cap="rnd">
            <a:solidFill>
              <a:srgbClr val="C9A227">
                <a:alpha val="20000"/>
              </a:srgbClr>
            </a:solidFill>
            <a:round/>
          </a:ln>
        </p:spPr>
      </p:cxnSp>
      <p:cxnSp>
        <p:nvCxnSpPr>
          <p:cNvPr id="3" name="Gold Hairline"/>
          <p:cNvCxnSpPr/>
          <p:nvPr/>
        </p:nvCxnSpPr>
        <p:spPr>
          <a:xfrm>
            <a:off x="8778240" y="0"/>
            <a:ext cx="3413455" cy="2377440"/>
          </a:xfrm>
          <a:prstGeom prst="line">
            <a:avLst/>
          </a:prstGeom>
          <a:ln w="6350" cap="rnd">
            <a:solidFill>
              <a:srgbClr val="C9A227">
                <a:alpha val="12000"/>
              </a:srgbClr>
            </a:solidFill>
            <a:round/>
          </a:ln>
        </p:spPr>
      </p:cxnSp>
      <p:cxnSp>
        <p:nvCxnSpPr>
          <p:cNvPr id="4" name="Gold Hairline"/>
          <p:cNvCxnSpPr/>
          <p:nvPr/>
        </p:nvCxnSpPr>
        <p:spPr>
          <a:xfrm>
            <a:off x="0" y="4846320"/>
            <a:ext cx="4206240" cy="2011680"/>
          </a:xfrm>
          <a:prstGeom prst="line">
            <a:avLst/>
          </a:prstGeom>
          <a:ln w="6350" cap="rnd">
            <a:solidFill>
              <a:srgbClr val="C9A227">
                <a:alpha val="14000"/>
              </a:srgbClr>
            </a:solidFill>
            <a:round/>
          </a:ln>
        </p:spPr>
      </p:cxnSp>
      <p:pic>
        <p:nvPicPr>
          <p:cNvPr id="5" name="iCE Logo White" descr="iCE Logo 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206" y="347472"/>
            <a:ext cx="825849" cy="411480"/>
          </a:xfrm>
          <a:prstGeom prst="rect">
            <a:avLst/>
          </a:prstGeom>
        </p:spPr>
      </p:pic>
      <p:sp>
        <p:nvSpPr>
          <p:cNvPr id="6" name="Section Number Placeholder"/>
          <p:cNvSpPr>
            <a:spLocks noGrp="1"/>
          </p:cNvSpPr>
          <p:nvPr>
            <p:ph type="body" idx="1"/>
          </p:nvPr>
        </p:nvSpPr>
        <p:spPr>
          <a:xfrm>
            <a:off x="548640" y="2057400"/>
            <a:ext cx="2103120" cy="13716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60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6000">
                <a:solidFill>
                  <a:srgbClr val="E8D7A0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01</a:t>
            </a:r>
          </a:p>
        </p:txBody>
      </p:sp>
      <p:sp>
        <p:nvSpPr>
          <p:cNvPr id="7" name="Title Placeholder"/>
          <p:cNvSpPr>
            <a:spLocks noGrp="1"/>
          </p:cNvSpPr>
          <p:nvPr>
            <p:ph type="title"/>
          </p:nvPr>
        </p:nvSpPr>
        <p:spPr>
          <a:xfrm>
            <a:off x="2788920" y="2148840"/>
            <a:ext cx="8869680" cy="11887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3600" b="1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360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ชื่อหัวข้อของช่วงนี้</a:t>
            </a:r>
          </a:p>
        </p:txBody>
      </p:sp>
      <p:sp>
        <p:nvSpPr>
          <p:cNvPr id="8" name="Subtitle Placeholder"/>
          <p:cNvSpPr>
            <a:spLocks noGrp="1"/>
          </p:cNvSpPr>
          <p:nvPr>
            <p:ph type="body" idx="2"/>
          </p:nvPr>
        </p:nvSpPr>
        <p:spPr>
          <a:xfrm>
            <a:off x="2788920" y="3383280"/>
            <a:ext cx="8869680" cy="82296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หนึ่งประโยคบอกว่าช่วงนี้ตอบคำถามอะไร</a:t>
            </a:r>
          </a:p>
        </p:txBody>
      </p:sp>
      <p:cxnSp>
        <p:nvCxnSpPr>
          <p:cNvPr id="9" name="Gold Rule"/>
          <p:cNvCxnSpPr/>
          <p:nvPr/>
        </p:nvCxnSpPr>
        <p:spPr>
          <a:xfrm>
            <a:off x="2788920" y="438912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1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1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ction-title-body">
  <p:cSld name="action-title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Body Placeholder"/>
          <p:cNvSpPr>
            <a:spLocks noGrp="1"/>
          </p:cNvSpPr>
          <p:nvPr>
            <p:ph type="body" idx="1"/>
          </p:nvPr>
        </p:nvSpPr>
        <p:spPr>
          <a:xfrm>
            <a:off x="548640" y="1783080"/>
            <a:ext cx="6400800" cy="416052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8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ประเด็นสำคัญเป็น bullet ทีละข้อ</a:t>
            </a:r>
          </a:p>
        </p:txBody>
      </p:sp>
      <p:sp>
        <p:nvSpPr>
          <p:cNvPr id="6" name="Picture Placeholder"/>
          <p:cNvSpPr>
            <a:spLocks noGrp="1"/>
          </p:cNvSpPr>
          <p:nvPr>
            <p:ph type="pic" idx="2"/>
          </p:nvPr>
        </p:nvSpPr>
        <p:spPr>
          <a:xfrm>
            <a:off x="7315200" y="1783080"/>
            <a:ext cx="4327855" cy="416052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ภาพ / แผนภาพ / icon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wo-column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Left Icon Placeholder"/>
          <p:cNvSpPr>
            <a:spLocks noGrp="1"/>
          </p:cNvSpPr>
          <p:nvPr>
            <p:ph type="pic" idx="5"/>
          </p:nvPr>
        </p:nvSpPr>
        <p:spPr>
          <a:xfrm>
            <a:off x="548640" y="1783080"/>
            <a:ext cx="457200" cy="4572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6" name="Left Heading Placeholder"/>
          <p:cNvSpPr>
            <a:spLocks noGrp="1"/>
          </p:cNvSpPr>
          <p:nvPr>
            <p:ph type="body" idx="1"/>
          </p:nvPr>
        </p:nvSpPr>
        <p:spPr>
          <a:xfrm>
            <a:off x="1143000" y="1737360"/>
            <a:ext cx="470138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0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หัวข้อคอลัมน์ซ้าย</a:t>
            </a:r>
          </a:p>
        </p:txBody>
      </p:sp>
      <p:sp>
        <p:nvSpPr>
          <p:cNvPr id="7" name="Left Body Placeholder"/>
          <p:cNvSpPr>
            <a:spLocks noGrp="1"/>
          </p:cNvSpPr>
          <p:nvPr>
            <p:ph type="body" idx="2"/>
          </p:nvPr>
        </p:nvSpPr>
        <p:spPr>
          <a:xfrm>
            <a:off x="548640" y="2423160"/>
            <a:ext cx="5295748" cy="35204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เนื้อหาคอลัมน์ซ้าย</a:t>
            </a:r>
          </a:p>
        </p:txBody>
      </p:sp>
      <p:cxnSp>
        <p:nvCxnSpPr>
          <p:cNvPr id="8" name="Column Divider"/>
          <p:cNvCxnSpPr/>
          <p:nvPr/>
        </p:nvCxnSpPr>
        <p:spPr>
          <a:xfrm>
            <a:off x="6095848" y="1783080"/>
            <a:ext cx="0" cy="4160520"/>
          </a:xfrm>
          <a:prstGeom prst="line">
            <a:avLst/>
          </a:prstGeom>
          <a:ln w="9525" cap="rnd">
            <a:solidFill>
              <a:srgbClr val="C9A227">
                <a:alpha val="35000"/>
              </a:srgbClr>
            </a:solidFill>
            <a:round/>
          </a:ln>
        </p:spPr>
      </p:cxnSp>
      <p:sp>
        <p:nvSpPr>
          <p:cNvPr id="9" name="Right Icon Placeholder"/>
          <p:cNvSpPr>
            <a:spLocks noGrp="1"/>
          </p:cNvSpPr>
          <p:nvPr>
            <p:ph type="pic" idx="6"/>
          </p:nvPr>
        </p:nvSpPr>
        <p:spPr>
          <a:xfrm>
            <a:off x="6347308" y="1783080"/>
            <a:ext cx="457200" cy="4572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10" name="Right Heading Placeholder"/>
          <p:cNvSpPr>
            <a:spLocks noGrp="1"/>
          </p:cNvSpPr>
          <p:nvPr>
            <p:ph type="body" idx="3"/>
          </p:nvPr>
        </p:nvSpPr>
        <p:spPr>
          <a:xfrm>
            <a:off x="6941668" y="1737360"/>
            <a:ext cx="470138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20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หัวข้อคอลัมน์ขวา</a:t>
            </a:r>
          </a:p>
        </p:txBody>
      </p:sp>
      <p:sp>
        <p:nvSpPr>
          <p:cNvPr id="11" name="Right Body Placeholder"/>
          <p:cNvSpPr>
            <a:spLocks noGrp="1"/>
          </p:cNvSpPr>
          <p:nvPr>
            <p:ph type="body" idx="4"/>
          </p:nvPr>
        </p:nvSpPr>
        <p:spPr>
          <a:xfrm>
            <a:off x="6347308" y="2423160"/>
            <a:ext cx="5295748" cy="35204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เนื้อหาคอลัมน์ขวา</a:t>
            </a:r>
          </a:p>
        </p:txBody>
      </p:sp>
      <p:sp>
        <p:nvSpPr>
          <p:cNvPr id="1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hree-card">
  <p:cSld name="three-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Card 1"/>
          <p:cNvSpPr/>
          <p:nvPr/>
        </p:nvSpPr>
        <p:spPr>
          <a:xfrm>
            <a:off x="548640" y="1783080"/>
            <a:ext cx="3515258" cy="41605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A8C7E0"/>
            </a:solidFill>
          </a:ln>
        </p:spPr>
      </p:sp>
      <p:sp>
        <p:nvSpPr>
          <p:cNvPr id="6" name="Card Strip 1"/>
          <p:cNvSpPr/>
          <p:nvPr/>
        </p:nvSpPr>
        <p:spPr>
          <a:xfrm>
            <a:off x="566928" y="1783080"/>
            <a:ext cx="3478682" cy="82296"/>
          </a:xfrm>
          <a:prstGeom prst="rect">
            <a:avLst/>
          </a:prstGeom>
          <a:gradFill rotWithShape="1">
            <a:gsLst>
              <a:gs pos="0">
                <a:srgbClr val="1E66A4"/>
              </a:gs>
              <a:gs pos="100000">
                <a:srgbClr val="2E8FB8"/>
              </a:gs>
            </a:gsLst>
            <a:lin ang="0" scaled="0"/>
          </a:gradFill>
          <a:ln>
            <a:noFill/>
          </a:ln>
        </p:spPr>
      </p:sp>
      <p:sp>
        <p:nvSpPr>
          <p:cNvPr id="7" name="Card 1 Icon Placeholder"/>
          <p:cNvSpPr>
            <a:spLocks noGrp="1"/>
          </p:cNvSpPr>
          <p:nvPr>
            <p:ph type="pic" idx="1"/>
          </p:nvPr>
        </p:nvSpPr>
        <p:spPr>
          <a:xfrm>
            <a:off x="822960" y="2103120"/>
            <a:ext cx="640080" cy="640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8" name="Card 1 Heading Placeholder"/>
          <p:cNvSpPr>
            <a:spLocks noGrp="1"/>
          </p:cNvSpPr>
          <p:nvPr>
            <p:ph type="body" idx="2"/>
          </p:nvPr>
        </p:nvSpPr>
        <p:spPr>
          <a:xfrm>
            <a:off x="822960" y="2880360"/>
            <a:ext cx="296661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8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8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หัวข้อการ์ดที่ 1</a:t>
            </a:r>
          </a:p>
        </p:txBody>
      </p:sp>
      <p:sp>
        <p:nvSpPr>
          <p:cNvPr id="9" name="Card 1 Body Placeholder"/>
          <p:cNvSpPr>
            <a:spLocks noGrp="1"/>
          </p:cNvSpPr>
          <p:nvPr>
            <p:ph type="body" idx="3"/>
          </p:nvPr>
        </p:nvSpPr>
        <p:spPr>
          <a:xfrm>
            <a:off x="822960" y="3520440"/>
            <a:ext cx="2966618" cy="21488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เนื้อหาของการ์ด</a:t>
            </a:r>
          </a:p>
        </p:txBody>
      </p:sp>
      <p:sp>
        <p:nvSpPr>
          <p:cNvPr id="10" name="Card 2"/>
          <p:cNvSpPr/>
          <p:nvPr/>
        </p:nvSpPr>
        <p:spPr>
          <a:xfrm>
            <a:off x="4338218" y="1783080"/>
            <a:ext cx="3515258" cy="41605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A8C7E0"/>
            </a:solidFill>
          </a:ln>
        </p:spPr>
      </p:sp>
      <p:sp>
        <p:nvSpPr>
          <p:cNvPr id="11" name="Card Strip 2"/>
          <p:cNvSpPr/>
          <p:nvPr/>
        </p:nvSpPr>
        <p:spPr>
          <a:xfrm>
            <a:off x="4356506" y="1783080"/>
            <a:ext cx="3478682" cy="82296"/>
          </a:xfrm>
          <a:prstGeom prst="rect">
            <a:avLst/>
          </a:prstGeom>
          <a:gradFill rotWithShape="1">
            <a:gsLst>
              <a:gs pos="0">
                <a:srgbClr val="2E8FB8"/>
              </a:gs>
              <a:gs pos="100000">
                <a:srgbClr val="41A8B5"/>
              </a:gs>
            </a:gsLst>
            <a:lin ang="0" scaled="0"/>
          </a:gradFill>
          <a:ln>
            <a:noFill/>
          </a:ln>
        </p:spPr>
      </p:sp>
      <p:sp>
        <p:nvSpPr>
          <p:cNvPr id="12" name="Card 2 Icon Placeholder"/>
          <p:cNvSpPr>
            <a:spLocks noGrp="1"/>
          </p:cNvSpPr>
          <p:nvPr>
            <p:ph type="pic" idx="4"/>
          </p:nvPr>
        </p:nvSpPr>
        <p:spPr>
          <a:xfrm>
            <a:off x="4612538" y="2103120"/>
            <a:ext cx="640080" cy="640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13" name="Card 2 Heading Placeholder"/>
          <p:cNvSpPr>
            <a:spLocks noGrp="1"/>
          </p:cNvSpPr>
          <p:nvPr>
            <p:ph type="body" idx="5"/>
          </p:nvPr>
        </p:nvSpPr>
        <p:spPr>
          <a:xfrm>
            <a:off x="4612538" y="2880360"/>
            <a:ext cx="296661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8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8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หัวข้อการ์ดที่ 2</a:t>
            </a:r>
          </a:p>
        </p:txBody>
      </p:sp>
      <p:sp>
        <p:nvSpPr>
          <p:cNvPr id="14" name="Card 2 Body Placeholder"/>
          <p:cNvSpPr>
            <a:spLocks noGrp="1"/>
          </p:cNvSpPr>
          <p:nvPr>
            <p:ph type="body" idx="6"/>
          </p:nvPr>
        </p:nvSpPr>
        <p:spPr>
          <a:xfrm>
            <a:off x="4612538" y="3520440"/>
            <a:ext cx="2966618" cy="21488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เนื้อหาของการ์ด</a:t>
            </a:r>
          </a:p>
        </p:txBody>
      </p:sp>
      <p:sp>
        <p:nvSpPr>
          <p:cNvPr id="15" name="Card 3"/>
          <p:cNvSpPr/>
          <p:nvPr/>
        </p:nvSpPr>
        <p:spPr>
          <a:xfrm>
            <a:off x="8127797" y="1783080"/>
            <a:ext cx="3515258" cy="41605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A8C7E0"/>
            </a:solidFill>
          </a:ln>
        </p:spPr>
      </p:sp>
      <p:sp>
        <p:nvSpPr>
          <p:cNvPr id="16" name="Card Strip 3"/>
          <p:cNvSpPr/>
          <p:nvPr/>
        </p:nvSpPr>
        <p:spPr>
          <a:xfrm>
            <a:off x="8146085" y="1783080"/>
            <a:ext cx="3478682" cy="82296"/>
          </a:xfrm>
          <a:prstGeom prst="rect">
            <a:avLst/>
          </a:prstGeom>
          <a:gradFill rotWithShape="1">
            <a:gsLst>
              <a:gs pos="0">
                <a:srgbClr val="41A8B5"/>
              </a:gs>
              <a:gs pos="100000">
                <a:srgbClr val="41A8B5"/>
              </a:gs>
            </a:gsLst>
            <a:lin ang="0" scaled="0"/>
          </a:gradFill>
          <a:ln>
            <a:noFill/>
          </a:ln>
        </p:spPr>
      </p:sp>
      <p:sp>
        <p:nvSpPr>
          <p:cNvPr id="17" name="Card 3 Icon Placeholder"/>
          <p:cNvSpPr>
            <a:spLocks noGrp="1"/>
          </p:cNvSpPr>
          <p:nvPr>
            <p:ph type="pic" idx="7"/>
          </p:nvPr>
        </p:nvSpPr>
        <p:spPr>
          <a:xfrm>
            <a:off x="8402117" y="2103120"/>
            <a:ext cx="640080" cy="640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18" name="Card 3 Heading Placeholder"/>
          <p:cNvSpPr>
            <a:spLocks noGrp="1"/>
          </p:cNvSpPr>
          <p:nvPr>
            <p:ph type="body" idx="8"/>
          </p:nvPr>
        </p:nvSpPr>
        <p:spPr>
          <a:xfrm>
            <a:off x="8402117" y="2880360"/>
            <a:ext cx="2966618" cy="54864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8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8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หัวข้อการ์ดที่ 3</a:t>
            </a:r>
          </a:p>
        </p:txBody>
      </p:sp>
      <p:sp>
        <p:nvSpPr>
          <p:cNvPr id="19" name="Card 3 Body Placeholder"/>
          <p:cNvSpPr>
            <a:spLocks noGrp="1"/>
          </p:cNvSpPr>
          <p:nvPr>
            <p:ph type="body" idx="9"/>
          </p:nvPr>
        </p:nvSpPr>
        <p:spPr>
          <a:xfrm>
            <a:off x="8402117" y="3520440"/>
            <a:ext cx="2966618" cy="214884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เนื้อหาของการ์ด</a:t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able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5" name="Table Placeholder"/>
          <p:cNvSpPr>
            <a:spLocks noGrp="1"/>
          </p:cNvSpPr>
          <p:nvPr>
            <p:ph type="tbl" idx="1"/>
          </p:nvPr>
        </p:nvSpPr>
        <p:spPr>
          <a:xfrm>
            <a:off x="548640" y="1783080"/>
            <a:ext cx="11094415" cy="3566160"/>
          </a:xfrm>
        </p:spPr>
        <p:txBody>
          <a:bodyPr/>
          <a:lstStyle>
            <a:lvl1pPr algn="ctr">
              <a:buNone/>
              <a:defRPr sz="14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ตาราง</a:t>
            </a:r>
          </a:p>
        </p:txBody>
      </p:sp>
      <p:sp>
        <p:nvSpPr>
          <p:cNvPr id="6" name="Note Placeholder"/>
          <p:cNvSpPr>
            <a:spLocks noGrp="1"/>
          </p:cNvSpPr>
          <p:nvPr>
            <p:ph type="body" idx="2"/>
          </p:nvPr>
        </p:nvSpPr>
        <p:spPr>
          <a:xfrm>
            <a:off x="548640" y="5486400"/>
            <a:ext cx="11094415" cy="45720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หมายเหตุหรือที่มาของข้อมูล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meline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3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หัวเรื่องเป็นประโยคสรุปหนึ่งข้อความต่อหน้า</a:t>
            </a:r>
          </a:p>
        </p:txBody>
      </p:sp>
      <p:cxnSp>
        <p:nvCxnSpPr>
          <p:cNvPr id="4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cxnSp>
        <p:nvCxnSpPr>
          <p:cNvPr id="5" name="Timeline Track"/>
          <p:cNvCxnSpPr/>
          <p:nvPr/>
        </p:nvCxnSpPr>
        <p:spPr>
          <a:xfrm>
            <a:off x="822960" y="3383280"/>
            <a:ext cx="10545775" cy="0"/>
          </a:xfrm>
          <a:prstGeom prst="line">
            <a:avLst/>
          </a:prstGeom>
          <a:ln w="63500" cap="rnd">
            <a:gradFill rotWithShape="1">
              <a:gsLst>
                <a:gs pos="0">
                  <a:srgbClr val="1E66A4"/>
                </a:gs>
                <a:gs pos="100000">
                  <a:srgbClr val="41A8B5"/>
                </a:gs>
              </a:gsLst>
              <a:lin ang="0" scaled="0"/>
            </a:gradFill>
            <a:round/>
          </a:ln>
        </p:spPr>
      </p:cxnSp>
      <p:sp>
        <p:nvSpPr>
          <p:cNvPr id="6" name="Milestone 1"/>
          <p:cNvSpPr/>
          <p:nvPr/>
        </p:nvSpPr>
        <p:spPr>
          <a:xfrm>
            <a:off x="1697698" y="3145536"/>
            <a:ext cx="475488" cy="475488"/>
          </a:xfrm>
          <a:prstGeom prst="ellipse">
            <a:avLst/>
          </a:prstGeom>
          <a:solidFill>
            <a:srgbClr val="15375C"/>
          </a:solidFill>
          <a:ln w="19050">
            <a:solidFill>
              <a:srgbClr val="FFFFFF"/>
            </a:solidFill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400" b="1" dirty="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rPr>
              <a:t>1</a:t>
            </a:r>
          </a:p>
        </p:txBody>
      </p:sp>
      <p:sp>
        <p:nvSpPr>
          <p:cNvPr id="7" name="Phase 1 Label Placeholder"/>
          <p:cNvSpPr>
            <a:spLocks noGrp="1"/>
          </p:cNvSpPr>
          <p:nvPr>
            <p:ph type="body" idx="1"/>
          </p:nvPr>
        </p:nvSpPr>
        <p:spPr>
          <a:xfrm>
            <a:off x="640080" y="233172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1 · ระยะเวลา</a:t>
            </a:r>
          </a:p>
        </p:txBody>
      </p:sp>
      <p:sp>
        <p:nvSpPr>
          <p:cNvPr id="8" name="Phase 1 Detail Placeholder"/>
          <p:cNvSpPr>
            <a:spLocks noGrp="1"/>
          </p:cNvSpPr>
          <p:nvPr>
            <p:ph type="body" idx="5"/>
          </p:nvPr>
        </p:nvSpPr>
        <p:spPr>
          <a:xfrm>
            <a:off x="640080" y="3749040"/>
            <a:ext cx="2590724" cy="21945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9" name="Milestone 2"/>
          <p:cNvSpPr/>
          <p:nvPr/>
        </p:nvSpPr>
        <p:spPr>
          <a:xfrm>
            <a:off x="4471302" y="3145536"/>
            <a:ext cx="475488" cy="475488"/>
          </a:xfrm>
          <a:prstGeom prst="ellipse">
            <a:avLst/>
          </a:prstGeom>
          <a:solidFill>
            <a:srgbClr val="1E66A4"/>
          </a:solidFill>
          <a:ln w="19050">
            <a:solidFill>
              <a:srgbClr val="FFFFFF"/>
            </a:solidFill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400" b="1" dirty="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rPr>
              <a:t>2</a:t>
            </a:r>
          </a:p>
        </p:txBody>
      </p:sp>
      <p:sp>
        <p:nvSpPr>
          <p:cNvPr id="10" name="Phase 2 Label Placeholder"/>
          <p:cNvSpPr>
            <a:spLocks noGrp="1"/>
          </p:cNvSpPr>
          <p:nvPr>
            <p:ph type="body" idx="2"/>
          </p:nvPr>
        </p:nvSpPr>
        <p:spPr>
          <a:xfrm>
            <a:off x="3413684" y="233172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2 · ระยะเวลา</a:t>
            </a:r>
          </a:p>
        </p:txBody>
      </p:sp>
      <p:sp>
        <p:nvSpPr>
          <p:cNvPr id="11" name="Phase 2 Detail Placeholder"/>
          <p:cNvSpPr>
            <a:spLocks noGrp="1"/>
          </p:cNvSpPr>
          <p:nvPr>
            <p:ph type="body" idx="6"/>
          </p:nvPr>
        </p:nvSpPr>
        <p:spPr>
          <a:xfrm>
            <a:off x="3413684" y="3749040"/>
            <a:ext cx="2590724" cy="21945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12" name="Milestone 3"/>
          <p:cNvSpPr/>
          <p:nvPr/>
        </p:nvSpPr>
        <p:spPr>
          <a:xfrm>
            <a:off x="7244906" y="3145536"/>
            <a:ext cx="475488" cy="475488"/>
          </a:xfrm>
          <a:prstGeom prst="ellipse">
            <a:avLst/>
          </a:prstGeom>
          <a:solidFill>
            <a:srgbClr val="2E8FB8"/>
          </a:solidFill>
          <a:ln w="19050">
            <a:solidFill>
              <a:srgbClr val="FFFFFF"/>
            </a:solidFill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400" b="1" dirty="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rPr>
              <a:t>3</a:t>
            </a:r>
          </a:p>
        </p:txBody>
      </p:sp>
      <p:sp>
        <p:nvSpPr>
          <p:cNvPr id="13" name="Phase 3 Label Placeholder"/>
          <p:cNvSpPr>
            <a:spLocks noGrp="1"/>
          </p:cNvSpPr>
          <p:nvPr>
            <p:ph type="body" idx="3"/>
          </p:nvPr>
        </p:nvSpPr>
        <p:spPr>
          <a:xfrm>
            <a:off x="6187288" y="233172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3 · ระยะเวลา</a:t>
            </a:r>
          </a:p>
        </p:txBody>
      </p:sp>
      <p:sp>
        <p:nvSpPr>
          <p:cNvPr id="14" name="Phase 3 Detail Placeholder"/>
          <p:cNvSpPr>
            <a:spLocks noGrp="1"/>
          </p:cNvSpPr>
          <p:nvPr>
            <p:ph type="body" idx="7"/>
          </p:nvPr>
        </p:nvSpPr>
        <p:spPr>
          <a:xfrm>
            <a:off x="6187288" y="3749040"/>
            <a:ext cx="2590724" cy="21945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15" name="Milestone 4"/>
          <p:cNvSpPr/>
          <p:nvPr/>
        </p:nvSpPr>
        <p:spPr>
          <a:xfrm>
            <a:off x="10018509" y="3145536"/>
            <a:ext cx="475488" cy="475488"/>
          </a:xfrm>
          <a:prstGeom prst="ellipse">
            <a:avLst/>
          </a:prstGeom>
          <a:solidFill>
            <a:srgbClr val="41A8B5"/>
          </a:solidFill>
          <a:ln w="19050">
            <a:solidFill>
              <a:srgbClr val="FFFFFF"/>
            </a:solidFill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400" b="1" dirty="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rPr>
              <a:t>4</a:t>
            </a:r>
          </a:p>
        </p:txBody>
      </p:sp>
      <p:sp>
        <p:nvSpPr>
          <p:cNvPr id="16" name="Phase 4 Label Placeholder"/>
          <p:cNvSpPr>
            <a:spLocks noGrp="1"/>
          </p:cNvSpPr>
          <p:nvPr>
            <p:ph type="body" idx="4"/>
          </p:nvPr>
        </p:nvSpPr>
        <p:spPr>
          <a:xfrm>
            <a:off x="8960891" y="2331720"/>
            <a:ext cx="2590724" cy="731520"/>
          </a:xfrm>
          <a:prstGeom prst="rect">
            <a:avLst/>
          </a:prstGeom>
        </p:spPr>
        <p:txBody>
          <a:bodyPr wrap="square" lIns="0" tIns="0" rIns="0" bIns="0" rtlCol="0" anchor="b"/>
          <a:lstStyle>
            <a:lvl1pPr marL="0" indent="0" algn="ctr">
              <a:buNone/>
              <a:defRPr sz="1600" b="1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1E66A4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ช่วงที่ 4 · ระยะเวลา</a:t>
            </a:r>
          </a:p>
        </p:txBody>
      </p:sp>
      <p:sp>
        <p:nvSpPr>
          <p:cNvPr id="17" name="Phase 4 Detail Placeholder"/>
          <p:cNvSpPr>
            <a:spLocks noGrp="1"/>
          </p:cNvSpPr>
          <p:nvPr>
            <p:ph type="body" idx="8"/>
          </p:nvPr>
        </p:nvSpPr>
        <p:spPr>
          <a:xfrm>
            <a:off x="8960891" y="3749040"/>
            <a:ext cx="2590724" cy="219456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ctr">
              <a:buNone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สิ่งที่เกิดขึ้นในช่วงนี้</a:t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bg>
      <p:bgPr>
        <a:gradFill rotWithShape="1">
          <a:gsLst>
            <a:gs pos="0">
              <a:srgbClr val="0E2A47"/>
            </a:gs>
            <a:gs pos="45000">
              <a:srgbClr val="15375C"/>
            </a:gs>
            <a:gs pos="100000">
              <a:srgbClr val="1E5E78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ld Hairline"/>
          <p:cNvCxnSpPr/>
          <p:nvPr/>
        </p:nvCxnSpPr>
        <p:spPr>
          <a:xfrm>
            <a:off x="7680960" y="0"/>
            <a:ext cx="4510735" cy="3566160"/>
          </a:xfrm>
          <a:prstGeom prst="line">
            <a:avLst/>
          </a:prstGeom>
          <a:ln w="6350" cap="rnd">
            <a:solidFill>
              <a:srgbClr val="C9A227">
                <a:alpha val="20000"/>
              </a:srgbClr>
            </a:solidFill>
            <a:round/>
          </a:ln>
        </p:spPr>
      </p:cxnSp>
      <p:cxnSp>
        <p:nvCxnSpPr>
          <p:cNvPr id="3" name="Gold Hairline"/>
          <p:cNvCxnSpPr/>
          <p:nvPr/>
        </p:nvCxnSpPr>
        <p:spPr>
          <a:xfrm>
            <a:off x="8778240" y="0"/>
            <a:ext cx="3413455" cy="2377440"/>
          </a:xfrm>
          <a:prstGeom prst="line">
            <a:avLst/>
          </a:prstGeom>
          <a:ln w="6350" cap="rnd">
            <a:solidFill>
              <a:srgbClr val="C9A227">
                <a:alpha val="12000"/>
              </a:srgbClr>
            </a:solidFill>
            <a:round/>
          </a:ln>
        </p:spPr>
      </p:cxnSp>
      <p:cxnSp>
        <p:nvCxnSpPr>
          <p:cNvPr id="4" name="Gold Hairline"/>
          <p:cNvCxnSpPr/>
          <p:nvPr/>
        </p:nvCxnSpPr>
        <p:spPr>
          <a:xfrm>
            <a:off x="0" y="4846320"/>
            <a:ext cx="4206240" cy="2011680"/>
          </a:xfrm>
          <a:prstGeom prst="line">
            <a:avLst/>
          </a:prstGeom>
          <a:ln w="6350" cap="rnd">
            <a:solidFill>
              <a:srgbClr val="C9A227">
                <a:alpha val="14000"/>
              </a:srgbClr>
            </a:solidFill>
            <a:round/>
          </a:ln>
        </p:spPr>
      </p:cxnSp>
      <p:sp>
        <p:nvSpPr>
          <p:cNvPr id="5" name="Title Placeholder"/>
          <p:cNvSpPr>
            <a:spLocks noGrp="1"/>
          </p:cNvSpPr>
          <p:nvPr>
            <p:ph type="ctrTitle"/>
          </p:nvPr>
        </p:nvSpPr>
        <p:spPr>
          <a:xfrm>
            <a:off x="548640" y="2194560"/>
            <a:ext cx="9326880" cy="128016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4000" b="1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4000">
                <a:solidFill>
                  <a:srgbClr val="FFFFFF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ขอบคุณ</a:t>
            </a:r>
          </a:p>
        </p:txBody>
      </p:sp>
      <p:sp>
        <p:nvSpPr>
          <p:cNvPr id="6" name="Subtitle Placeholder"/>
          <p:cNvSpPr>
            <a:spLocks noGrp="1"/>
          </p:cNvSpPr>
          <p:nvPr>
            <p:ph type="subTitle" idx="1"/>
          </p:nvPr>
        </p:nvSpPr>
        <p:spPr>
          <a:xfrm>
            <a:off x="548640" y="3566160"/>
            <a:ext cx="9326880" cy="73152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ประโยคปิดหรือขั้นถัดไปที่เสนอ</a:t>
            </a:r>
          </a:p>
        </p:txBody>
      </p:sp>
      <p:cxnSp>
        <p:nvCxnSpPr>
          <p:cNvPr id="7" name="Gold Rule"/>
          <p:cNvCxnSpPr/>
          <p:nvPr/>
        </p:nvCxnSpPr>
        <p:spPr>
          <a:xfrm>
            <a:off x="548640" y="452628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8" name="Contact Placeholder"/>
          <p:cNvSpPr>
            <a:spLocks noGrp="1"/>
          </p:cNvSpPr>
          <p:nvPr>
            <p:ph type="body" idx="2"/>
          </p:nvPr>
        </p:nvSpPr>
        <p:spPr>
          <a:xfrm>
            <a:off x="548640" y="4663440"/>
            <a:ext cx="8229600" cy="914400"/>
          </a:xfrm>
          <a:prstGeom prst="rect">
            <a:avLst/>
          </a:prstGeom>
        </p:spPr>
        <p:txBody>
          <a:bodyPr wrap="square" lIns="0" tIns="0" rIns="0" bIns="0" rtlCol="0" anchor="t"/>
          <a:lstStyle>
            <a:lvl1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4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ชื่อผู้ติดต่อ · อีเมล · โทรศัพท์</a:t>
            </a:r>
          </a:p>
        </p:txBody>
      </p:sp>
      <p:pic>
        <p:nvPicPr>
          <p:cNvPr id="9" name="iCE Logo White" descr="iCE Logo 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71032"/>
            <a:ext cx="770792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ppendix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ndix Tag"/>
          <p:cNvSpPr/>
          <p:nvPr/>
        </p:nvSpPr>
        <p:spPr>
          <a:xfrm>
            <a:off x="1417320" y="201168"/>
            <a:ext cx="1280160" cy="237744"/>
          </a:xfrm>
          <a:prstGeom prst="roundRect">
            <a:avLst/>
          </a:prstGeom>
          <a:solidFill>
            <a:srgbClr val="C9A227">
              <a:alpha val="18000"/>
            </a:srgbClr>
          </a:solidFill>
          <a:ln>
            <a:noFill/>
          </a:ln>
        </p:spPr>
        <p:txBody>
          <a:bodyPr wrap="square" lIns="0" tIns="0" rIns="0" bIns="0" anchor="ctr" rtlCol="0"/>
          <a:lstStyle/>
          <a:p>
            <a:pPr algn="ctr">
              <a:spcAft>
                <a:spcPts val="0"/>
              </a:spcAft>
            </a:pPr>
            <a:r>
              <a:rPr lang="th-TH" sz="1000" b="1" dirty="0">
                <a:solidFill>
                  <a:srgbClr val="A6841C"/>
                </a:solidFill>
                <a:latin typeface="IBM Plex Sans Thai Looped"/>
                <a:ea typeface="IBM Plex Sans Thai Looped"/>
                <a:cs typeface="IBM Plex Sans Thai Looped"/>
              </a:rPr>
              <a:t>ภาคผนวก</a:t>
            </a:r>
          </a:p>
        </p:txBody>
      </p:sp>
      <p:sp>
        <p:nvSpPr>
          <p:cNvPr id="3" name="Title Icon Placeholder"/>
          <p:cNvSpPr>
            <a:spLocks noGrp="1"/>
          </p:cNvSpPr>
          <p:nvPr>
            <p:ph type="pic" idx="10"/>
          </p:nvPr>
        </p:nvSpPr>
        <p:spPr>
          <a:xfrm>
            <a:off x="548640" y="548640"/>
            <a:ext cx="685800" cy="68580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2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r>
              <a:rPr lang="th-TH" dirty="0"/>
              <a:t>icon</a:t>
            </a:r>
          </a:p>
        </p:txBody>
      </p: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หัวเรื่องของภาคผนวก</a:t>
            </a:r>
          </a:p>
        </p:txBody>
      </p:sp>
      <p:cxnSp>
        <p:nvCxnSpPr>
          <p:cNvPr id="5" name="Gold Rule"/>
          <p:cNvCxnSpPr/>
          <p:nvPr/>
        </p:nvCxnSpPr>
        <p:spPr>
          <a:xfrm>
            <a:off x="548640" y="1508760"/>
            <a:ext cx="2011680" cy="0"/>
          </a:xfrm>
          <a:prstGeom prst="line">
            <a:avLst/>
          </a:prstGeom>
          <a:ln w="19050" cap="rnd">
            <a:gradFill>
              <a:gsLst>
                <a:gs pos="0">
                  <a:srgbClr val="C9A227"/>
                </a:gs>
                <a:gs pos="70000">
                  <a:srgbClr val="C9A227">
                    <a:alpha val="28000"/>
                  </a:srgbClr>
                </a:gs>
                <a:gs pos="100000">
                  <a:srgbClr val="C9A227">
                    <a:alpha val="0"/>
                  </a:srgbClr>
                </a:gs>
              </a:gsLst>
              <a:lin ang="0" scaled="0"/>
            </a:gradFill>
            <a:round/>
          </a:ln>
        </p:spPr>
      </p:cxnSp>
      <p:sp>
        <p:nvSpPr>
          <p:cNvPr id="6" name="Body Placeholder"/>
          <p:cNvSpPr>
            <a:spLocks noGrp="1"/>
          </p:cNvSpPr>
          <p:nvPr>
            <p:ph type="body" idx="1"/>
          </p:nvPr>
        </p:nvSpPr>
        <p:spPr>
          <a:xfrm>
            <a:off x="548640" y="1783080"/>
            <a:ext cx="11094415" cy="416052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4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รายละเอียดประกอบ</a:t>
            </a:r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iCE-Propose">
    <p:bg>
      <p:bgPr>
        <a:gradFill rotWithShape="1">
          <a:gsLst>
            <a:gs pos="0">
              <a:srgbClr val="FFFFFF"/>
            </a:gs>
            <a:gs pos="55000">
              <a:srgbClr val="F2F7FB"/>
            </a:gs>
            <a:gs pos="100000">
              <a:srgbClr val="EAF1F7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CE Logo" descr="iCE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17206" y="347472"/>
            <a:ext cx="825849" cy="411480"/>
          </a:xfrm>
          <a:prstGeom prst="rect">
            <a:avLst/>
          </a:prstGeom>
        </p:spPr>
      </p:pic>
      <p:cxnSp>
        <p:nvCxnSpPr>
          <p:cNvPr id="3" name="Gold Hairline"/>
          <p:cNvCxnSpPr/>
          <p:nvPr/>
        </p:nvCxnSpPr>
        <p:spPr>
          <a:xfrm>
            <a:off x="548640" y="6144768"/>
            <a:ext cx="11094415" cy="0"/>
          </a:xfrm>
          <a:prstGeom prst="line">
            <a:avLst/>
          </a:prstGeom>
          <a:ln w="6350" cap="rnd">
            <a:solidFill>
              <a:srgbClr val="C9A227">
                <a:alpha val="30000"/>
              </a:srgbClr>
            </a:solidFill>
            <a:round/>
          </a:ln>
        </p:spPr>
      </p:cxnSp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1417320" y="411480"/>
            <a:ext cx="9171286" cy="960120"/>
          </a:xfrm>
          <a:prstGeom prst="rect">
            <a:avLst/>
          </a:prstGeom>
        </p:spPr>
        <p:txBody>
          <a:bodyPr wrap="square" lIns="0" tIns="0" rIns="0" bIns="0" rtlCol="0" anchor="ctr">
            <a:normAutofit/>
          </a:bodyPr>
          <a:lstStyle>
            <a:lvl1pPr marL="0" indent="0" algn="l">
              <a:buNone/>
              <a:defRPr sz="2600" b="1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2600">
                <a:solidFill>
                  <a:srgbClr val="15375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หัวเรื่องเป็นประโยคสรุป</a:t>
            </a:r>
          </a:p>
        </p:txBody>
      </p:sp>
      <p:sp>
        <p:nvSpPr>
          <p:cNvPr id="5" name="Body Placeholder"/>
          <p:cNvSpPr>
            <a:spLocks noGrp="1"/>
          </p:cNvSpPr>
          <p:nvPr>
            <p:ph type="body" idx="1"/>
          </p:nvPr>
        </p:nvSpPr>
        <p:spPr>
          <a:xfrm>
            <a:off x="548640" y="1783080"/>
            <a:ext cx="11094415" cy="4160520"/>
          </a:xfrm>
          <a:prstGeom prst="rect">
            <a:avLst/>
          </a:prstGeom>
        </p:spPr>
        <p:txBody>
          <a:bodyPr wrap="square" lIns="0" tIns="0" rIns="0" bIns="0" rtlCol="0" anchor="t">
            <a:normAutofit/>
          </a:bodyPr>
          <a:lstStyle>
            <a:lvl1pPr marL="228600" indent="-228600" algn="l">
              <a:spcBef>
                <a:spcPts val="600"/>
              </a:spcBef>
              <a:buClr>
                <a:srgbClr val="41A8B5"/>
              </a:buClr>
              <a:buFont typeface="IBM Plex Sans Thai Looped"/>
              <a:buChar char="•"/>
              <a:defRPr sz="18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457200" indent="-228600" algn="l">
              <a:spcBef>
                <a:spcPts val="300"/>
              </a:spcBef>
              <a:buClr>
                <a:srgbClr val="2E8FB8"/>
              </a:buClr>
              <a:buFont typeface="IBM Plex Sans Thai Looped"/>
              <a:buChar char="–"/>
              <a:defRPr sz="1600">
                <a:solidFill>
                  <a:srgbClr val="595959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เนื้อหา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 lang="th-TH" dirty="0"/>
              <a:t>iCE Consulting · เอกสารลับ</a:t>
            </a: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>
        <a:defRPr sz="2600" b="1">
          <a:solidFill>
            <a:srgbClr val="15375C"/>
          </a:solidFill>
          <a:latin typeface="IBM Plex Sans Thai Looped"/>
          <a:ea typeface="IBM Plex Sans Thai Looped"/>
          <a:cs typeface="IBM Plex Sans Thai Looped"/>
        </a:defRPr>
      </a:lvl1pPr>
    </p:titleStyle>
    <p:bodyStyle>
      <a:lvl1pPr marL="228600" indent="-228600">
        <a:spcBef>
          <a:spcPts val="600"/>
        </a:spcBef>
        <a:buClr>
          <a:srgbClr val="41A8B5"/>
        </a:buClr>
        <a:buFont typeface="IBM Plex Sans Thai Looped"/>
        <a:buChar char="•"/>
        <a:defRPr sz="18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1pPr>
      <a:lvl2pPr marL="457200" indent="-228600">
        <a:spcBef>
          <a:spcPts val="300"/>
        </a:spcBef>
        <a:buClr>
          <a:srgbClr val="2E8FB8"/>
        </a:buClr>
        <a:buFont typeface="IBM Plex Sans Thai Looped"/>
        <a:buChar char="–"/>
        <a:defRPr sz="16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2pPr>
      <a:lvl3pPr marL="685800" indent="-228600">
        <a:buClr>
          <a:srgbClr val="2E8FB8"/>
        </a:buClr>
        <a:buFont typeface="IBM Plex Sans Thai Looped"/>
        <a:buChar char="–"/>
        <a:defRPr sz="16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3pPr>
    </p:bodyStyle>
    <p:otherStyle>
      <a:defPPr>
        <a:defRPr lang="th-TH"/>
      </a:defPPr>
      <a:lvl1pPr algn="l">
        <a:defRPr sz="1400">
          <a:solidFill>
            <a:srgbClr val="595959"/>
          </a:solidFill>
          <a:latin typeface="IBM Plex Sans Thai Looped"/>
          <a:ea typeface="IBM Plex Sans Thai Looped"/>
          <a:cs typeface="IBM Plex Sans Thai Looped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ชื่อเรื่องตัวอย่าง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คำอธิบายตัวอย่าง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ตัวอย่างหัวข้อ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ตัวอย่างข้อความ</a:t>
            </a:r>
          </a:p>
        </p:txBody>
      </p:sp>
      <p:sp>
        <p:nvSpPr>
          <p:cNvPr id="1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iCE Consulting · เอกสารลับ</a:t>
            </a:r>
          </a:p>
        </p:txBody>
      </p:sp>
      <p:sp>
        <p:nvSpPr>
          <p:cNvPr id="1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D9E4EE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ตัวอย่างหัวเรื่องเป็นประโยคสรุปของหน้า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ตัวอย่างข้อที่ 1</a:t>
            </a:r>
          </a:p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ตัวอย่างข้อที่ 2</a:t>
            </a:r>
          </a:p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ตัวอย่างข้อที่ 3</a:t>
            </a:r>
          </a:p>
        </p:txBody>
      </p:sp>
      <p:pic>
        <p:nvPicPr>
          <p:cNvPr id="6" name="Picture 5" descr="mdi-chart-line-1E6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867" y="1783080"/>
            <a:ext cx="4160520" cy="4160520"/>
          </a:xfrm>
          <a:prstGeom prst="rect">
            <a:avLst/>
          </a:prstGeom>
        </p:spPr>
      </p:pic>
      <p:pic>
        <p:nvPicPr>
          <p:cNvPr id="7" name="Picture 6" descr="mdi-lightbulb-on-1E66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685800" cy="685800"/>
          </a:xfrm>
          <a:prstGeom prst="rect">
            <a:avLst/>
          </a:prstGeom>
        </p:spPr>
      </p:pic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ตัวอย่างการเปรียบเทียบสองด้าน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 ก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 ข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 1</a:t>
            </a:r>
          </a:p>
        </p:txBody>
      </p:sp>
      <p:pic>
        <p:nvPicPr>
          <p:cNvPr id="10" name="Picture 9" descr="mdi-clock-outline-1E6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457200" cy="457200"/>
          </a:xfrm>
          <a:prstGeom prst="rect">
            <a:avLst/>
          </a:prstGeom>
        </p:spPr>
      </p:pic>
      <p:pic>
        <p:nvPicPr>
          <p:cNvPr id="11" name="Picture 10" descr="mdi-target-1E66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8" y="1783080"/>
            <a:ext cx="457200" cy="457200"/>
          </a:xfrm>
          <a:prstGeom prst="rect">
            <a:avLst/>
          </a:prstGeom>
        </p:spPr>
      </p:pic>
      <p:pic>
        <p:nvPicPr>
          <p:cNvPr id="12" name="Picture 11" descr="mdi-swap-horizontal-1E66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48640"/>
            <a:ext cx="685800" cy="685800"/>
          </a:xfrm>
          <a:prstGeom prst="rect">
            <a:avLst/>
          </a:prstGeom>
        </p:spPr>
      </p:pic>
      <p:sp>
        <p:nvSpPr>
          <p:cNvPr id="12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iCE Consulting · เอกสารลับ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ตัวอย่างสามหัวข้อหลัก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9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</a:t>
            </a:r>
          </a:p>
        </p:txBody>
      </p:sp>
      <p:pic>
        <p:nvPicPr>
          <p:cNvPr id="13" name="Picture 12" descr="mdi-finance-1E6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03120"/>
            <a:ext cx="640080" cy="640080"/>
          </a:xfrm>
          <a:prstGeom prst="rect">
            <a:avLst/>
          </a:prstGeom>
        </p:spPr>
      </p:pic>
      <p:pic>
        <p:nvPicPr>
          <p:cNvPr id="14" name="Picture 13" descr="mdi-account-group-1E66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538" y="2103120"/>
            <a:ext cx="640080" cy="640080"/>
          </a:xfrm>
          <a:prstGeom prst="rect">
            <a:avLst/>
          </a:prstGeom>
        </p:spPr>
      </p:pic>
      <p:pic>
        <p:nvPicPr>
          <p:cNvPr id="15" name="Picture 14" descr="mdi-shield-check-1E66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117" y="2103120"/>
            <a:ext cx="640080" cy="640080"/>
          </a:xfrm>
          <a:prstGeom prst="rect">
            <a:avLst/>
          </a:prstGeom>
        </p:spPr>
      </p:pic>
      <p:pic>
        <p:nvPicPr>
          <p:cNvPr id="16" name="Picture 15" descr="mdi-view-grid-1E66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48640"/>
            <a:ext cx="685800" cy="685800"/>
          </a:xfrm>
          <a:prstGeom prst="rect">
            <a:avLst/>
          </a:prstGeom>
        </p:spPr>
      </p:pic>
      <p:sp>
        <p:nvSpPr>
          <p:cNvPr id="20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iCE Consulting · เอกสารลับ</a:t>
            </a:r>
          </a:p>
        </p:txBody>
      </p:sp>
      <p:sp>
        <p:nvSpPr>
          <p:cNvPr id="21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ตัวอย่างตารางเปรียบเทียบ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"/>
          </p:nvPr>
        </p:nvGraphicFramePr>
        <p:xfrm>
          <a:off x="548640" y="1783080"/>
          <a:ext cx="1109441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11480"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รายการ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ตัวอย่าง 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ตัวอย่าง ข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ข้อ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ตัวอย่าง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ตัวอย่าง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ข้อ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ตัวอย่าง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ตัวอย่าง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ข้อ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ตัวอย่าง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IBM Plex Sans Thai Looped"/>
                          <a:ea typeface="IBM Plex Sans Thai Looped"/>
                          <a:cs typeface="IBM Plex Sans Thai Looped"/>
                        </a:rPr>
                        <a:t>ตัวอย่าง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ตัวอย่างหมายเหตุ</a:t>
            </a:r>
          </a:p>
        </p:txBody>
      </p:sp>
      <p:pic>
        <p:nvPicPr>
          <p:cNvPr id="6" name="Picture 5" descr="mdi-table-1E6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685800" cy="685800"/>
          </a:xfrm>
          <a:prstGeom prst="rect">
            <a:avLst/>
          </a:prstGeom>
        </p:spPr>
      </p:pic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ตัวอย่างแผนงานสี่ช่วง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ช่วง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5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ช่วง 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6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ช่วง 3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7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ช่วง 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8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</a:t>
            </a:r>
          </a:p>
        </p:txBody>
      </p:sp>
      <p:pic>
        <p:nvPicPr>
          <p:cNvPr id="12" name="Picture 11" descr="mdi-chart-timeline-variant-1E6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685800" cy="685800"/>
          </a:xfrm>
          <a:prstGeom prst="rect">
            <a:avLst/>
          </a:prstGeom>
        </p:spPr>
      </p:pic>
      <p:sp>
        <p:nvSpPr>
          <p:cNvPr id="18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iCE Consulting · เอกสารลับ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ตัวอย่างภาคผนวก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 1</a:t>
            </a:r>
          </a:p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 2</a:t>
            </a:r>
          </a:p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 3</a:t>
            </a:r>
          </a:p>
        </p:txBody>
      </p:sp>
      <p:pic>
        <p:nvPicPr>
          <p:cNvPr id="5" name="Picture 4" descr="mdi-paperclip-1E6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8640"/>
            <a:ext cx="685800" cy="685800"/>
          </a:xfrm>
          <a:prstGeom prst="rect">
            <a:avLst/>
          </a:prstGeom>
        </p:spPr>
      </p:pic>
      <p:sp>
        <p:nvSpPr>
          <p:cNvPr id="7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548640" y="6272784"/>
            <a:ext cx="82296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  <a:lvl2pPr marL="0" indent="0" algn="l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2pPr>
          </a:lstStyle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iCE Consulting · เอกสารลับ</a:t>
            </a:r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25912" y="6272784"/>
            <a:ext cx="914400" cy="274320"/>
          </a:xfrm>
          <a:prstGeom prst="rect">
            <a:avLst/>
          </a:prstGeom>
        </p:spPr>
        <p:txBody>
          <a:bodyPr wrap="square" lIns="0" tIns="0" rIns="0" bIns="0" rtlCol="0" anchor="ctr"/>
          <a:lstStyle>
            <a:lvl1pPr algn="r">
              <a:buNone/>
              <a:defRPr sz="1000">
                <a:solidFill>
                  <a:srgbClr val="8C8C8C"/>
                </a:solidFill>
                <a:latin typeface="IBM Plex Sans Thai Looped"/>
                <a:ea typeface="IBM Plex Sans Thai Looped"/>
                <a:cs typeface="IBM Plex Sans Thai Looped"/>
              </a:defRPr>
            </a:lvl1pPr>
          </a:lstStyle>
          <a:p>
            <a:fld id="{B6F15528-21DE-4FAA-801E-634DDDAF4B2B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IBM Plex Sans Thai Looped"/>
                <a:ea typeface="IBM Plex Sans Thai Looped"/>
                <a:cs typeface="IBM Plex Sans Thai Looped"/>
              </a:rPr>
              <a:t>ขอบคุณ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ตัวอย่างข้อความปิด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>
                <a:latin typeface="IBM Plex Sans Thai Looped"/>
                <a:ea typeface="IBM Plex Sans Thai Looped"/>
                <a:cs typeface="IBM Plex Sans Thai Looped"/>
              </a:rPr>
              <a:t>ตัวอย่างชื่อ · ตัวอย่างอีเมล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E">
      <a:dk1>
        <a:srgbClr val="595959"/>
      </a:dk1>
      <a:lt1>
        <a:srgbClr val="FFFFFF"/>
      </a:lt1>
      <a:dk2>
        <a:srgbClr val="15375C"/>
      </a:dk2>
      <a:lt2>
        <a:srgbClr val="F2F7FB"/>
      </a:lt2>
      <a:accent1>
        <a:srgbClr val="1E66A4"/>
      </a:accent1>
      <a:accent2>
        <a:srgbClr val="41A8B5"/>
      </a:accent2>
      <a:accent3>
        <a:srgbClr val="2E8FB8"/>
      </a:accent3>
      <a:accent4>
        <a:srgbClr val="C9A227"/>
      </a:accent4>
      <a:accent5>
        <a:srgbClr val="1F9D6B"/>
      </a:accent5>
      <a:accent6>
        <a:srgbClr val="C9912A"/>
      </a:accent6>
      <a:hlink>
        <a:srgbClr val="1E66A4"/>
      </a:hlink>
      <a:folHlink>
        <a:srgbClr val="41A8B5"/>
      </a:folHlink>
    </a:clrScheme>
    <a:fontScheme name="iCE">
      <a:majorFont>
        <a:latin typeface="IBM Plex Sans Thai Looped"/>
        <a:ea typeface="IBM Plex Sans Thai Looped"/>
        <a:cs typeface="IBM Plex Sans Thai Looped"/>
        <a:font script="Thai" typeface="IBM Plex Sans Thai Looped"/>
        <a:font script="Jpan" typeface="IBM Plex Sans Thai Looped"/>
        <a:font script="Hans" typeface="IBM Plex Sans Thai Looped"/>
        <a:font script="Hant" typeface="IBM Plex Sans Thai Looped"/>
        <a:font script="Arab" typeface="IBM Plex Sans Thai Looped"/>
        <a:font script="Hebr" typeface="IBM Plex Sans Thai Looped"/>
      </a:majorFont>
      <a:minorFont>
        <a:latin typeface="IBM Plex Sans Thai Looped"/>
        <a:ea typeface="IBM Plex Sans Thai Looped"/>
        <a:cs typeface="IBM Plex Sans Thai Looped"/>
        <a:font script="Thai" typeface="IBM Plex Sans Thai Looped"/>
        <a:font script="Jpan" typeface="IBM Plex Sans Thai Looped"/>
        <a:font script="Hans" typeface="IBM Plex Sans Thai Looped"/>
        <a:font script="Hant" typeface="IBM Plex Sans Thai Looped"/>
        <a:font script="Arab" typeface="IBM Plex Sans Thai Looped"/>
        <a:font script="Hebr" typeface="IBM Plex Sans Thai Loope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iCE-Propose Master</dc:title>
  <dc:subject>แม่แบบ .pptx ของ iCE — 9 layout · 16:9</dc:subject>
  <dc:creator>iCE Consulting</dc:creator>
  <cp:keywords/>
  <dc:description>สร้างโดย make_master.py · ฟอนต์ theme = IBM Plex Sans Thai Looped · สีจาก iCE Design System tokens.json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