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over">
  <p:cSld name="cover">
    <p:bg>
      <p:bgPr>
        <a:gradFill rotWithShape="1">
          <a:gsLst>
            <a:gs pos="0">
              <a:srgbClr val="0E2A47"/>
            </a:gs>
            <a:gs pos="45000">
              <a:srgbClr val="15375C"/>
            </a:gs>
            <a:gs pos="100000">
              <a:srgbClr val="1E5E78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ld Hairline"/>
          <p:cNvCxnSpPr/>
          <p:nvPr/>
        </p:nvCxnSpPr>
        <p:spPr>
          <a:xfrm>
            <a:off x="7680960" y="0"/>
            <a:ext cx="4510735" cy="3566160"/>
          </a:xfrm>
          <a:prstGeom prst="line">
            <a:avLst/>
          </a:prstGeom>
          <a:ln w="6350" cap="rnd">
            <a:solidFill>
              <a:srgbClr val="C9A227">
                <a:alpha val="20000"/>
              </a:srgbClr>
            </a:solidFill>
            <a:round/>
          </a:ln>
        </p:spPr>
      </p:cxnSp>
      <p:cxnSp>
        <p:nvCxnSpPr>
          <p:cNvPr id="3" name="Gold Hairline"/>
          <p:cNvCxnSpPr/>
          <p:nvPr/>
        </p:nvCxnSpPr>
        <p:spPr>
          <a:xfrm>
            <a:off x="8778240" y="0"/>
            <a:ext cx="3413455" cy="2377440"/>
          </a:xfrm>
          <a:prstGeom prst="line">
            <a:avLst/>
          </a:prstGeom>
          <a:ln w="6350" cap="rnd">
            <a:solidFill>
              <a:srgbClr val="C9A227">
                <a:alpha val="12000"/>
              </a:srgbClr>
            </a:solidFill>
            <a:round/>
          </a:ln>
        </p:spPr>
      </p:cxnSp>
      <p:cxnSp>
        <p:nvCxnSpPr>
          <p:cNvPr id="4" name="Gold Hairline"/>
          <p:cNvCxnSpPr/>
          <p:nvPr/>
        </p:nvCxnSpPr>
        <p:spPr>
          <a:xfrm>
            <a:off x="0" y="4846320"/>
            <a:ext cx="4206240" cy="2011680"/>
          </a:xfrm>
          <a:prstGeom prst="line">
            <a:avLst/>
          </a:prstGeom>
          <a:ln w="6350" cap="rnd">
            <a:solidFill>
              <a:srgbClr val="C9A227">
                <a:alpha val="14000"/>
              </a:srgbClr>
            </a:solidFill>
            <a:round/>
          </a:ln>
        </p:spPr>
      </p:cxnSp>
      <p:sp>
        <p:nvSpPr>
          <p:cNvPr id="5" name="Kicker Placeholder"/>
          <p:cNvSpPr>
            <a:spLocks noGrp="1"/>
          </p:cNvSpPr>
          <p:nvPr>
            <p:ph type="body" idx="1"/>
          </p:nvPr>
        </p:nvSpPr>
        <p:spPr>
          <a:xfrm>
            <a:off x="548640" y="1783080"/>
            <a:ext cx="8229600" cy="411480"/>
          </a:xfrm>
          <a:prstGeom prst="rect">
            <a:avLst/>
          </a:prstGeom>
        </p:spPr>
        <p:txBody>
          <a:bodyPr wrap="square" lIns="0" tIns="0" rIns="0" bIns="0" rtlCol="0" anchor="b"/>
          <a:lstStyle>
            <a:lvl1pPr marL="0" indent="0" algn="l">
              <a:buNone/>
              <a:defRPr sz="1400">
                <a:solidFill>
                  <a:srgbClr val="E8D7A0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400">
                <a:solidFill>
                  <a:srgbClr val="E8D7A0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ชื่อชุดเอกสาร เช่น ข้อเสนอโครงการ</a:t>
            </a:r>
          </a:p>
        </p:txBody>
      </p:sp>
      <p:sp>
        <p:nvSpPr>
          <p:cNvPr id="6" name="Title Placeholder"/>
          <p:cNvSpPr>
            <a:spLocks noGrp="1"/>
          </p:cNvSpPr>
          <p:nvPr>
            <p:ph type="ctrTitle"/>
          </p:nvPr>
        </p:nvSpPr>
        <p:spPr>
          <a:xfrm>
            <a:off x="548640" y="2286000"/>
            <a:ext cx="9326880" cy="155448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4000" b="1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400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ชื่อเรื่องหลัก</a:t>
            </a:r>
          </a:p>
        </p:txBody>
      </p:sp>
      <p:sp>
        <p:nvSpPr>
          <p:cNvPr id="7" name="Subtitle Placeholder"/>
          <p:cNvSpPr>
            <a:spLocks noGrp="1"/>
          </p:cNvSpPr>
          <p:nvPr>
            <p:ph type="subTitle" idx="2"/>
          </p:nvPr>
        </p:nvSpPr>
        <p:spPr>
          <a:xfrm>
            <a:off x="548640" y="3931920"/>
            <a:ext cx="9326880" cy="77724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คำอธิบายสั้นหนึ่งประโยค</a:t>
            </a:r>
          </a:p>
        </p:txBody>
      </p:sp>
      <p:cxnSp>
        <p:nvCxnSpPr>
          <p:cNvPr id="8" name="Gold Rule"/>
          <p:cNvCxnSpPr/>
          <p:nvPr/>
        </p:nvCxnSpPr>
        <p:spPr>
          <a:xfrm>
            <a:off x="548640" y="489204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9" name="Meta Placeholder"/>
          <p:cNvSpPr>
            <a:spLocks noGrp="1"/>
          </p:cNvSpPr>
          <p:nvPr>
            <p:ph type="body" idx="3"/>
          </p:nvPr>
        </p:nvSpPr>
        <p:spPr>
          <a:xfrm>
            <a:off x="548640" y="5029200"/>
            <a:ext cx="8229600" cy="77724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14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4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จัดทำสำหรับ … · จัดทำโดย iCE Consulting · วันที่ …</a:t>
            </a:r>
          </a:p>
        </p:txBody>
      </p:sp>
      <p:pic>
        <p:nvPicPr>
          <p:cNvPr id="10" name="iCE Logo White" descr="iCE Logo Wh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71032"/>
            <a:ext cx="770792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divider">
  <p:cSld name="divider">
    <p:bg>
      <p:bgPr>
        <a:gradFill rotWithShape="1">
          <a:gsLst>
            <a:gs pos="0">
              <a:srgbClr val="0E2A47"/>
            </a:gs>
            <a:gs pos="45000">
              <a:srgbClr val="15375C"/>
            </a:gs>
            <a:gs pos="100000">
              <a:srgbClr val="1E5E78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ld Hairline"/>
          <p:cNvCxnSpPr/>
          <p:nvPr/>
        </p:nvCxnSpPr>
        <p:spPr>
          <a:xfrm>
            <a:off x="7680960" y="0"/>
            <a:ext cx="4510735" cy="3566160"/>
          </a:xfrm>
          <a:prstGeom prst="line">
            <a:avLst/>
          </a:prstGeom>
          <a:ln w="6350" cap="rnd">
            <a:solidFill>
              <a:srgbClr val="C9A227">
                <a:alpha val="20000"/>
              </a:srgbClr>
            </a:solidFill>
            <a:round/>
          </a:ln>
        </p:spPr>
      </p:cxnSp>
      <p:cxnSp>
        <p:nvCxnSpPr>
          <p:cNvPr id="3" name="Gold Hairline"/>
          <p:cNvCxnSpPr/>
          <p:nvPr/>
        </p:nvCxnSpPr>
        <p:spPr>
          <a:xfrm>
            <a:off x="8778240" y="0"/>
            <a:ext cx="3413455" cy="2377440"/>
          </a:xfrm>
          <a:prstGeom prst="line">
            <a:avLst/>
          </a:prstGeom>
          <a:ln w="6350" cap="rnd">
            <a:solidFill>
              <a:srgbClr val="C9A227">
                <a:alpha val="12000"/>
              </a:srgbClr>
            </a:solidFill>
            <a:round/>
          </a:ln>
        </p:spPr>
      </p:cxnSp>
      <p:cxnSp>
        <p:nvCxnSpPr>
          <p:cNvPr id="4" name="Gold Hairline"/>
          <p:cNvCxnSpPr/>
          <p:nvPr/>
        </p:nvCxnSpPr>
        <p:spPr>
          <a:xfrm>
            <a:off x="0" y="4846320"/>
            <a:ext cx="4206240" cy="2011680"/>
          </a:xfrm>
          <a:prstGeom prst="line">
            <a:avLst/>
          </a:prstGeom>
          <a:ln w="6350" cap="rnd">
            <a:solidFill>
              <a:srgbClr val="C9A227">
                <a:alpha val="14000"/>
              </a:srgbClr>
            </a:solidFill>
            <a:round/>
          </a:ln>
        </p:spPr>
      </p:cxnSp>
      <p:pic>
        <p:nvPicPr>
          <p:cNvPr id="5" name="iCE Logo White" descr="iCE Logo Wh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206" y="347472"/>
            <a:ext cx="825849" cy="411480"/>
          </a:xfrm>
          <a:prstGeom prst="rect">
            <a:avLst/>
          </a:prstGeom>
        </p:spPr>
      </p:pic>
      <p:sp>
        <p:nvSpPr>
          <p:cNvPr id="6" name="Section Number Placeholder"/>
          <p:cNvSpPr>
            <a:spLocks noGrp="1"/>
          </p:cNvSpPr>
          <p:nvPr>
            <p:ph type="body" idx="1"/>
          </p:nvPr>
        </p:nvSpPr>
        <p:spPr>
          <a:xfrm>
            <a:off x="548640" y="2057400"/>
            <a:ext cx="2103120" cy="13716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6000">
                <a:solidFill>
                  <a:srgbClr val="E8D7A0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6000">
                <a:solidFill>
                  <a:srgbClr val="E8D7A0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01</a:t>
            </a:r>
          </a:p>
        </p:txBody>
      </p:sp>
      <p:sp>
        <p:nvSpPr>
          <p:cNvPr id="7" name="Title Placeholder"/>
          <p:cNvSpPr>
            <a:spLocks noGrp="1"/>
          </p:cNvSpPr>
          <p:nvPr>
            <p:ph type="title"/>
          </p:nvPr>
        </p:nvSpPr>
        <p:spPr>
          <a:xfrm>
            <a:off x="2788920" y="2148840"/>
            <a:ext cx="8869680" cy="11887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3600" b="1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360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ชื่อหัวข้อของช่วงนี้</a:t>
            </a:r>
          </a:p>
        </p:txBody>
      </p:sp>
      <p:sp>
        <p:nvSpPr>
          <p:cNvPr id="8" name="Subtitle Placeholder"/>
          <p:cNvSpPr>
            <a:spLocks noGrp="1"/>
          </p:cNvSpPr>
          <p:nvPr>
            <p:ph type="body" idx="2"/>
          </p:nvPr>
        </p:nvSpPr>
        <p:spPr>
          <a:xfrm>
            <a:off x="2788920" y="3383280"/>
            <a:ext cx="8869680" cy="82296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หนึ่งประโยคบอกว่าช่วงนี้ตอบคำถามอะไร</a:t>
            </a:r>
          </a:p>
        </p:txBody>
      </p:sp>
      <p:cxnSp>
        <p:nvCxnSpPr>
          <p:cNvPr id="9" name="Gold Rule"/>
          <p:cNvCxnSpPr/>
          <p:nvPr/>
        </p:nvCxnSpPr>
        <p:spPr>
          <a:xfrm>
            <a:off x="2788920" y="438912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10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1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ction-title-body">
  <p:cSld name="action-title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54864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3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9601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หัวเรื่องเป็นประโยคสรุปหนึ่งข้อความต่อหน้า</a:t>
            </a:r>
          </a:p>
        </p:txBody>
      </p:sp>
      <p:cxnSp>
        <p:nvCxnSpPr>
          <p:cNvPr id="4" name="Gold Rule"/>
          <p:cNvCxnSpPr/>
          <p:nvPr/>
        </p:nvCxnSpPr>
        <p:spPr>
          <a:xfrm>
            <a:off x="548640" y="150876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5" name="Body Placeholder"/>
          <p:cNvSpPr>
            <a:spLocks noGrp="1"/>
          </p:cNvSpPr>
          <p:nvPr>
            <p:ph type="body" idx="1"/>
          </p:nvPr>
        </p:nvSpPr>
        <p:spPr>
          <a:xfrm>
            <a:off x="548640" y="1783080"/>
            <a:ext cx="6400800" cy="416052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8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ประเด็นสำคัญเป็น bullet ทีละข้อ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idx="2"/>
          </p:nvPr>
        </p:nvSpPr>
        <p:spPr>
          <a:xfrm>
            <a:off x="7315200" y="1783080"/>
            <a:ext cx="4327855" cy="416052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ภาพ / แผนภาพ / icon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wo-column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54864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3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9601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หัวเรื่องเป็นประโยคสรุปหนึ่งข้อความต่อหน้า</a:t>
            </a:r>
          </a:p>
        </p:txBody>
      </p:sp>
      <p:cxnSp>
        <p:nvCxnSpPr>
          <p:cNvPr id="4" name="Gold Rule"/>
          <p:cNvCxnSpPr/>
          <p:nvPr/>
        </p:nvCxnSpPr>
        <p:spPr>
          <a:xfrm>
            <a:off x="548640" y="150876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5" name="Left Icon Placeholder"/>
          <p:cNvSpPr>
            <a:spLocks noGrp="1"/>
          </p:cNvSpPr>
          <p:nvPr>
            <p:ph type="pic" idx="5"/>
          </p:nvPr>
        </p:nvSpPr>
        <p:spPr>
          <a:xfrm>
            <a:off x="548640" y="1783080"/>
            <a:ext cx="457200" cy="4572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6" name="Left Heading Placeholder"/>
          <p:cNvSpPr>
            <a:spLocks noGrp="1"/>
          </p:cNvSpPr>
          <p:nvPr>
            <p:ph type="body" idx="1"/>
          </p:nvPr>
        </p:nvSpPr>
        <p:spPr>
          <a:xfrm>
            <a:off x="1143000" y="1737360"/>
            <a:ext cx="4701388" cy="54864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20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0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หัวข้อคอลัมน์ซ้าย</a:t>
            </a:r>
          </a:p>
        </p:txBody>
      </p:sp>
      <p:sp>
        <p:nvSpPr>
          <p:cNvPr id="7" name="Left Body Placeholder"/>
          <p:cNvSpPr>
            <a:spLocks noGrp="1"/>
          </p:cNvSpPr>
          <p:nvPr>
            <p:ph type="body" idx="2"/>
          </p:nvPr>
        </p:nvSpPr>
        <p:spPr>
          <a:xfrm>
            <a:off x="548640" y="2423160"/>
            <a:ext cx="5295748" cy="352044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เนื้อหาคอลัมน์ซ้าย</a:t>
            </a:r>
          </a:p>
        </p:txBody>
      </p:sp>
      <p:cxnSp>
        <p:nvCxnSpPr>
          <p:cNvPr id="8" name="Column Divider"/>
          <p:cNvCxnSpPr/>
          <p:nvPr/>
        </p:nvCxnSpPr>
        <p:spPr>
          <a:xfrm>
            <a:off x="6095848" y="1783080"/>
            <a:ext cx="0" cy="4160520"/>
          </a:xfrm>
          <a:prstGeom prst="line">
            <a:avLst/>
          </a:prstGeom>
          <a:ln w="9525" cap="rnd">
            <a:solidFill>
              <a:srgbClr val="C9A227">
                <a:alpha val="35000"/>
              </a:srgbClr>
            </a:solidFill>
            <a:round/>
          </a:ln>
        </p:spPr>
      </p:cxnSp>
      <p:sp>
        <p:nvSpPr>
          <p:cNvPr id="9" name="Right Icon Placeholder"/>
          <p:cNvSpPr>
            <a:spLocks noGrp="1"/>
          </p:cNvSpPr>
          <p:nvPr>
            <p:ph type="pic" idx="6"/>
          </p:nvPr>
        </p:nvSpPr>
        <p:spPr>
          <a:xfrm>
            <a:off x="6347308" y="1783080"/>
            <a:ext cx="457200" cy="4572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10" name="Right Heading Placeholder"/>
          <p:cNvSpPr>
            <a:spLocks noGrp="1"/>
          </p:cNvSpPr>
          <p:nvPr>
            <p:ph type="body" idx="3"/>
          </p:nvPr>
        </p:nvSpPr>
        <p:spPr>
          <a:xfrm>
            <a:off x="6941668" y="1737360"/>
            <a:ext cx="4701388" cy="54864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20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0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หัวข้อคอลัมน์ขวา</a:t>
            </a:r>
          </a:p>
        </p:txBody>
      </p:sp>
      <p:sp>
        <p:nvSpPr>
          <p:cNvPr id="11" name="Right Body Placeholder"/>
          <p:cNvSpPr>
            <a:spLocks noGrp="1"/>
          </p:cNvSpPr>
          <p:nvPr>
            <p:ph type="body" idx="4"/>
          </p:nvPr>
        </p:nvSpPr>
        <p:spPr>
          <a:xfrm>
            <a:off x="6347308" y="2423160"/>
            <a:ext cx="5295748" cy="352044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เนื้อหาคอลัมน์ขวา</a:t>
            </a:r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hree-card">
  <p:cSld name="three-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54864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3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9601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หัวเรื่องเป็นประโยคสรุปหนึ่งข้อความต่อหน้า</a:t>
            </a:r>
          </a:p>
        </p:txBody>
      </p:sp>
      <p:cxnSp>
        <p:nvCxnSpPr>
          <p:cNvPr id="4" name="Gold Rule"/>
          <p:cNvCxnSpPr/>
          <p:nvPr/>
        </p:nvCxnSpPr>
        <p:spPr>
          <a:xfrm>
            <a:off x="548640" y="150876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5" name="Card 1"/>
          <p:cNvSpPr/>
          <p:nvPr/>
        </p:nvSpPr>
        <p:spPr>
          <a:xfrm>
            <a:off x="548640" y="1783080"/>
            <a:ext cx="3515258" cy="416052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A8C7E0"/>
            </a:solidFill>
          </a:ln>
        </p:spPr>
      </p:sp>
      <p:sp>
        <p:nvSpPr>
          <p:cNvPr id="6" name="Card Strip 1"/>
          <p:cNvSpPr/>
          <p:nvPr/>
        </p:nvSpPr>
        <p:spPr>
          <a:xfrm>
            <a:off x="566928" y="1783080"/>
            <a:ext cx="3478682" cy="82296"/>
          </a:xfrm>
          <a:prstGeom prst="rect">
            <a:avLst/>
          </a:prstGeom>
          <a:gradFill rotWithShape="1">
            <a:gsLst>
              <a:gs pos="0">
                <a:srgbClr val="1E66A4"/>
              </a:gs>
              <a:gs pos="100000">
                <a:srgbClr val="2E8FB8"/>
              </a:gs>
            </a:gsLst>
            <a:lin ang="0" scaled="0"/>
          </a:gradFill>
          <a:ln>
            <a:noFill/>
          </a:ln>
        </p:spPr>
      </p:sp>
      <p:sp>
        <p:nvSpPr>
          <p:cNvPr id="7" name="Card 1 Icon Placeholder"/>
          <p:cNvSpPr>
            <a:spLocks noGrp="1"/>
          </p:cNvSpPr>
          <p:nvPr>
            <p:ph type="pic" idx="1"/>
          </p:nvPr>
        </p:nvSpPr>
        <p:spPr>
          <a:xfrm>
            <a:off x="822960" y="2103120"/>
            <a:ext cx="640080" cy="640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8" name="Card 1 Heading Placeholder"/>
          <p:cNvSpPr>
            <a:spLocks noGrp="1"/>
          </p:cNvSpPr>
          <p:nvPr>
            <p:ph type="body" idx="2"/>
          </p:nvPr>
        </p:nvSpPr>
        <p:spPr>
          <a:xfrm>
            <a:off x="822960" y="2880360"/>
            <a:ext cx="2966618" cy="54864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8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8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หัวข้อการ์ดที่ 1</a:t>
            </a:r>
          </a:p>
        </p:txBody>
      </p:sp>
      <p:sp>
        <p:nvSpPr>
          <p:cNvPr id="9" name="Card 1 Body Placeholder"/>
          <p:cNvSpPr>
            <a:spLocks noGrp="1"/>
          </p:cNvSpPr>
          <p:nvPr>
            <p:ph type="body" idx="3"/>
          </p:nvPr>
        </p:nvSpPr>
        <p:spPr>
          <a:xfrm>
            <a:off x="822960" y="3520440"/>
            <a:ext cx="2966618" cy="214884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เนื้อหาของการ์ด</a:t>
            </a:r>
          </a:p>
        </p:txBody>
      </p:sp>
      <p:sp>
        <p:nvSpPr>
          <p:cNvPr id="10" name="Card 2"/>
          <p:cNvSpPr/>
          <p:nvPr/>
        </p:nvSpPr>
        <p:spPr>
          <a:xfrm>
            <a:off x="4338218" y="1783080"/>
            <a:ext cx="3515258" cy="416052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A8C7E0"/>
            </a:solidFill>
          </a:ln>
        </p:spPr>
      </p:sp>
      <p:sp>
        <p:nvSpPr>
          <p:cNvPr id="11" name="Card Strip 2"/>
          <p:cNvSpPr/>
          <p:nvPr/>
        </p:nvSpPr>
        <p:spPr>
          <a:xfrm>
            <a:off x="4356506" y="1783080"/>
            <a:ext cx="3478682" cy="82296"/>
          </a:xfrm>
          <a:prstGeom prst="rect">
            <a:avLst/>
          </a:prstGeom>
          <a:gradFill rotWithShape="1">
            <a:gsLst>
              <a:gs pos="0">
                <a:srgbClr val="2E8FB8"/>
              </a:gs>
              <a:gs pos="100000">
                <a:srgbClr val="41A8B5"/>
              </a:gs>
            </a:gsLst>
            <a:lin ang="0" scaled="0"/>
          </a:gradFill>
          <a:ln>
            <a:noFill/>
          </a:ln>
        </p:spPr>
      </p:sp>
      <p:sp>
        <p:nvSpPr>
          <p:cNvPr id="12" name="Card 2 Icon Placeholder"/>
          <p:cNvSpPr>
            <a:spLocks noGrp="1"/>
          </p:cNvSpPr>
          <p:nvPr>
            <p:ph type="pic" idx="4"/>
          </p:nvPr>
        </p:nvSpPr>
        <p:spPr>
          <a:xfrm>
            <a:off x="4612538" y="2103120"/>
            <a:ext cx="640080" cy="640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13" name="Card 2 Heading Placeholder"/>
          <p:cNvSpPr>
            <a:spLocks noGrp="1"/>
          </p:cNvSpPr>
          <p:nvPr>
            <p:ph type="body" idx="5"/>
          </p:nvPr>
        </p:nvSpPr>
        <p:spPr>
          <a:xfrm>
            <a:off x="4612538" y="2880360"/>
            <a:ext cx="2966618" cy="54864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8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8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หัวข้อการ์ดที่ 2</a:t>
            </a:r>
          </a:p>
        </p:txBody>
      </p:sp>
      <p:sp>
        <p:nvSpPr>
          <p:cNvPr id="14" name="Card 2 Body Placeholder"/>
          <p:cNvSpPr>
            <a:spLocks noGrp="1"/>
          </p:cNvSpPr>
          <p:nvPr>
            <p:ph type="body" idx="6"/>
          </p:nvPr>
        </p:nvSpPr>
        <p:spPr>
          <a:xfrm>
            <a:off x="4612538" y="3520440"/>
            <a:ext cx="2966618" cy="214884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เนื้อหาของการ์ด</a:t>
            </a:r>
          </a:p>
        </p:txBody>
      </p:sp>
      <p:sp>
        <p:nvSpPr>
          <p:cNvPr id="15" name="Card 3"/>
          <p:cNvSpPr/>
          <p:nvPr/>
        </p:nvSpPr>
        <p:spPr>
          <a:xfrm>
            <a:off x="8127797" y="1783080"/>
            <a:ext cx="3515258" cy="416052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A8C7E0"/>
            </a:solidFill>
          </a:ln>
        </p:spPr>
      </p:sp>
      <p:sp>
        <p:nvSpPr>
          <p:cNvPr id="16" name="Card Strip 3"/>
          <p:cNvSpPr/>
          <p:nvPr/>
        </p:nvSpPr>
        <p:spPr>
          <a:xfrm>
            <a:off x="8146085" y="1783080"/>
            <a:ext cx="3478682" cy="82296"/>
          </a:xfrm>
          <a:prstGeom prst="rect">
            <a:avLst/>
          </a:prstGeom>
          <a:gradFill rotWithShape="1">
            <a:gsLst>
              <a:gs pos="0">
                <a:srgbClr val="41A8B5"/>
              </a:gs>
              <a:gs pos="100000">
                <a:srgbClr val="41A8B5"/>
              </a:gs>
            </a:gsLst>
            <a:lin ang="0" scaled="0"/>
          </a:gradFill>
          <a:ln>
            <a:noFill/>
          </a:ln>
        </p:spPr>
      </p:sp>
      <p:sp>
        <p:nvSpPr>
          <p:cNvPr id="17" name="Card 3 Icon Placeholder"/>
          <p:cNvSpPr>
            <a:spLocks noGrp="1"/>
          </p:cNvSpPr>
          <p:nvPr>
            <p:ph type="pic" idx="7"/>
          </p:nvPr>
        </p:nvSpPr>
        <p:spPr>
          <a:xfrm>
            <a:off x="8402117" y="2103120"/>
            <a:ext cx="640080" cy="640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18" name="Card 3 Heading Placeholder"/>
          <p:cNvSpPr>
            <a:spLocks noGrp="1"/>
          </p:cNvSpPr>
          <p:nvPr>
            <p:ph type="body" idx="8"/>
          </p:nvPr>
        </p:nvSpPr>
        <p:spPr>
          <a:xfrm>
            <a:off x="8402117" y="2880360"/>
            <a:ext cx="2966618" cy="54864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8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8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หัวข้อการ์ดที่ 3</a:t>
            </a:r>
          </a:p>
        </p:txBody>
      </p:sp>
      <p:sp>
        <p:nvSpPr>
          <p:cNvPr id="19" name="Card 3 Body Placeholder"/>
          <p:cNvSpPr>
            <a:spLocks noGrp="1"/>
          </p:cNvSpPr>
          <p:nvPr>
            <p:ph type="body" idx="9"/>
          </p:nvPr>
        </p:nvSpPr>
        <p:spPr>
          <a:xfrm>
            <a:off x="8402117" y="3520440"/>
            <a:ext cx="2966618" cy="214884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เนื้อหาของการ์ด</a:t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2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able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54864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3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9601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หัวเรื่องเป็นประโยคสรุปหนึ่งข้อความต่อหน้า</a:t>
            </a:r>
          </a:p>
        </p:txBody>
      </p:sp>
      <p:cxnSp>
        <p:nvCxnSpPr>
          <p:cNvPr id="4" name="Gold Rule"/>
          <p:cNvCxnSpPr/>
          <p:nvPr/>
        </p:nvCxnSpPr>
        <p:spPr>
          <a:xfrm>
            <a:off x="548640" y="150876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5" name="Table Placeholder"/>
          <p:cNvSpPr>
            <a:spLocks noGrp="1"/>
          </p:cNvSpPr>
          <p:nvPr>
            <p:ph type="tbl" idx="1"/>
          </p:nvPr>
        </p:nvSpPr>
        <p:spPr>
          <a:xfrm>
            <a:off x="548640" y="1783080"/>
            <a:ext cx="11094415" cy="3566160"/>
          </a:xfrm>
        </p:spPr>
        <p:txBody>
          <a:bodyPr/>
          <a:lstStyle>
            <a:lvl1pPr algn="ctr">
              <a:buNone/>
              <a:defRPr sz="14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ตาราง</a:t>
            </a:r>
          </a:p>
        </p:txBody>
      </p:sp>
      <p:sp>
        <p:nvSpPr>
          <p:cNvPr id="6" name="Note Placeholder"/>
          <p:cNvSpPr>
            <a:spLocks noGrp="1"/>
          </p:cNvSpPr>
          <p:nvPr>
            <p:ph type="body" idx="2"/>
          </p:nvPr>
        </p:nvSpPr>
        <p:spPr>
          <a:xfrm>
            <a:off x="548640" y="5486400"/>
            <a:ext cx="11094415" cy="4572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หมายเหตุหรือที่มาของข้อมูล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meline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54864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3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9601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หัวเรื่องเป็นประโยคสรุปหนึ่งข้อความต่อหน้า</a:t>
            </a:r>
          </a:p>
        </p:txBody>
      </p:sp>
      <p:cxnSp>
        <p:nvCxnSpPr>
          <p:cNvPr id="4" name="Gold Rule"/>
          <p:cNvCxnSpPr/>
          <p:nvPr/>
        </p:nvCxnSpPr>
        <p:spPr>
          <a:xfrm>
            <a:off x="548640" y="150876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cxnSp>
        <p:nvCxnSpPr>
          <p:cNvPr id="5" name="Timeline Track"/>
          <p:cNvCxnSpPr/>
          <p:nvPr/>
        </p:nvCxnSpPr>
        <p:spPr>
          <a:xfrm>
            <a:off x="822960" y="3383280"/>
            <a:ext cx="10545775" cy="0"/>
          </a:xfrm>
          <a:prstGeom prst="line">
            <a:avLst/>
          </a:prstGeom>
          <a:ln w="63500" cap="rnd">
            <a:gradFill rotWithShape="1">
              <a:gsLst>
                <a:gs pos="0">
                  <a:srgbClr val="1E66A4"/>
                </a:gs>
                <a:gs pos="100000">
                  <a:srgbClr val="41A8B5"/>
                </a:gs>
              </a:gsLst>
              <a:lin ang="0" scaled="0"/>
            </a:gradFill>
            <a:round/>
          </a:ln>
        </p:spPr>
      </p:cxnSp>
      <p:sp>
        <p:nvSpPr>
          <p:cNvPr id="6" name="Milestone 1"/>
          <p:cNvSpPr/>
          <p:nvPr/>
        </p:nvSpPr>
        <p:spPr>
          <a:xfrm>
            <a:off x="1697698" y="3145536"/>
            <a:ext cx="475488" cy="475488"/>
          </a:xfrm>
          <a:prstGeom prst="ellipse">
            <a:avLst/>
          </a:prstGeom>
          <a:solidFill>
            <a:srgbClr val="15375C"/>
          </a:solidFill>
          <a:ln w="19050">
            <a:solidFill>
              <a:srgbClr val="FFFFFF"/>
            </a:solidFill>
          </a:ln>
        </p:spPr>
        <p:txBody>
          <a:bodyPr wrap="square" lIns="0" tIns="0" rIns="0" bIns="0" anchor="ctr" rtlCol="0"/>
          <a:lstStyle/>
          <a:p>
            <a:pPr algn="ctr">
              <a:spcAft>
                <a:spcPts val="0"/>
              </a:spcAft>
            </a:pPr>
            <a:r>
              <a:rPr lang="th-TH" sz="1400" b="1" dirty="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rPr>
              <a:t>1</a:t>
            </a:r>
          </a:p>
        </p:txBody>
      </p:sp>
      <p:sp>
        <p:nvSpPr>
          <p:cNvPr id="7" name="Phase 1 Label Placeholder"/>
          <p:cNvSpPr>
            <a:spLocks noGrp="1"/>
          </p:cNvSpPr>
          <p:nvPr>
            <p:ph type="body" idx="1"/>
          </p:nvPr>
        </p:nvSpPr>
        <p:spPr>
          <a:xfrm>
            <a:off x="640080" y="2331720"/>
            <a:ext cx="2590724" cy="731520"/>
          </a:xfrm>
          <a:prstGeom prst="rect">
            <a:avLst/>
          </a:prstGeom>
        </p:spPr>
        <p:txBody>
          <a:bodyPr wrap="square" lIns="0" tIns="0" rIns="0" bIns="0" rtlCol="0" anchor="b"/>
          <a:lstStyle>
            <a:lvl1pPr marL="0" indent="0" algn="ctr">
              <a:buNone/>
              <a:defRPr sz="16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ช่วงที่ 1 · ระยะเวลา</a:t>
            </a:r>
          </a:p>
        </p:txBody>
      </p:sp>
      <p:sp>
        <p:nvSpPr>
          <p:cNvPr id="8" name="Phase 1 Detail Placeholder"/>
          <p:cNvSpPr>
            <a:spLocks noGrp="1"/>
          </p:cNvSpPr>
          <p:nvPr>
            <p:ph type="body" idx="5"/>
          </p:nvPr>
        </p:nvSpPr>
        <p:spPr>
          <a:xfrm>
            <a:off x="640080" y="3749040"/>
            <a:ext cx="2590724" cy="219456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สิ่งที่เกิดขึ้นในช่วงนี้</a:t>
            </a:r>
          </a:p>
        </p:txBody>
      </p:sp>
      <p:sp>
        <p:nvSpPr>
          <p:cNvPr id="9" name="Milestone 2"/>
          <p:cNvSpPr/>
          <p:nvPr/>
        </p:nvSpPr>
        <p:spPr>
          <a:xfrm>
            <a:off x="4471302" y="3145536"/>
            <a:ext cx="475488" cy="475488"/>
          </a:xfrm>
          <a:prstGeom prst="ellipse">
            <a:avLst/>
          </a:prstGeom>
          <a:solidFill>
            <a:srgbClr val="1E66A4"/>
          </a:solidFill>
          <a:ln w="19050">
            <a:solidFill>
              <a:srgbClr val="FFFFFF"/>
            </a:solidFill>
          </a:ln>
        </p:spPr>
        <p:txBody>
          <a:bodyPr wrap="square" lIns="0" tIns="0" rIns="0" bIns="0" anchor="ctr" rtlCol="0"/>
          <a:lstStyle/>
          <a:p>
            <a:pPr algn="ctr">
              <a:spcAft>
                <a:spcPts val="0"/>
              </a:spcAft>
            </a:pPr>
            <a:r>
              <a:rPr lang="th-TH" sz="1400" b="1" dirty="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rPr>
              <a:t>2</a:t>
            </a:r>
          </a:p>
        </p:txBody>
      </p:sp>
      <p:sp>
        <p:nvSpPr>
          <p:cNvPr id="10" name="Phase 2 Label Placeholder"/>
          <p:cNvSpPr>
            <a:spLocks noGrp="1"/>
          </p:cNvSpPr>
          <p:nvPr>
            <p:ph type="body" idx="2"/>
          </p:nvPr>
        </p:nvSpPr>
        <p:spPr>
          <a:xfrm>
            <a:off x="3413684" y="2331720"/>
            <a:ext cx="2590724" cy="731520"/>
          </a:xfrm>
          <a:prstGeom prst="rect">
            <a:avLst/>
          </a:prstGeom>
        </p:spPr>
        <p:txBody>
          <a:bodyPr wrap="square" lIns="0" tIns="0" rIns="0" bIns="0" rtlCol="0" anchor="b"/>
          <a:lstStyle>
            <a:lvl1pPr marL="0" indent="0" algn="ctr">
              <a:buNone/>
              <a:defRPr sz="16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ช่วงที่ 2 · ระยะเวลา</a:t>
            </a:r>
          </a:p>
        </p:txBody>
      </p:sp>
      <p:sp>
        <p:nvSpPr>
          <p:cNvPr id="11" name="Phase 2 Detail Placeholder"/>
          <p:cNvSpPr>
            <a:spLocks noGrp="1"/>
          </p:cNvSpPr>
          <p:nvPr>
            <p:ph type="body" idx="6"/>
          </p:nvPr>
        </p:nvSpPr>
        <p:spPr>
          <a:xfrm>
            <a:off x="3413684" y="3749040"/>
            <a:ext cx="2590724" cy="219456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สิ่งที่เกิดขึ้นในช่วงนี้</a:t>
            </a:r>
          </a:p>
        </p:txBody>
      </p:sp>
      <p:sp>
        <p:nvSpPr>
          <p:cNvPr id="12" name="Milestone 3"/>
          <p:cNvSpPr/>
          <p:nvPr/>
        </p:nvSpPr>
        <p:spPr>
          <a:xfrm>
            <a:off x="7244906" y="3145536"/>
            <a:ext cx="475488" cy="475488"/>
          </a:xfrm>
          <a:prstGeom prst="ellipse">
            <a:avLst/>
          </a:prstGeom>
          <a:solidFill>
            <a:srgbClr val="2E8FB8"/>
          </a:solidFill>
          <a:ln w="19050">
            <a:solidFill>
              <a:srgbClr val="FFFFFF"/>
            </a:solidFill>
          </a:ln>
        </p:spPr>
        <p:txBody>
          <a:bodyPr wrap="square" lIns="0" tIns="0" rIns="0" bIns="0" anchor="ctr" rtlCol="0"/>
          <a:lstStyle/>
          <a:p>
            <a:pPr algn="ctr">
              <a:spcAft>
                <a:spcPts val="0"/>
              </a:spcAft>
            </a:pPr>
            <a:r>
              <a:rPr lang="th-TH" sz="1400" b="1" dirty="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rPr>
              <a:t>3</a:t>
            </a:r>
          </a:p>
        </p:txBody>
      </p:sp>
      <p:sp>
        <p:nvSpPr>
          <p:cNvPr id="13" name="Phase 3 Label Placeholder"/>
          <p:cNvSpPr>
            <a:spLocks noGrp="1"/>
          </p:cNvSpPr>
          <p:nvPr>
            <p:ph type="body" idx="3"/>
          </p:nvPr>
        </p:nvSpPr>
        <p:spPr>
          <a:xfrm>
            <a:off x="6187288" y="2331720"/>
            <a:ext cx="2590724" cy="731520"/>
          </a:xfrm>
          <a:prstGeom prst="rect">
            <a:avLst/>
          </a:prstGeom>
        </p:spPr>
        <p:txBody>
          <a:bodyPr wrap="square" lIns="0" tIns="0" rIns="0" bIns="0" rtlCol="0" anchor="b"/>
          <a:lstStyle>
            <a:lvl1pPr marL="0" indent="0" algn="ctr">
              <a:buNone/>
              <a:defRPr sz="16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ช่วงที่ 3 · ระยะเวลา</a:t>
            </a:r>
          </a:p>
        </p:txBody>
      </p:sp>
      <p:sp>
        <p:nvSpPr>
          <p:cNvPr id="14" name="Phase 3 Detail Placeholder"/>
          <p:cNvSpPr>
            <a:spLocks noGrp="1"/>
          </p:cNvSpPr>
          <p:nvPr>
            <p:ph type="body" idx="7"/>
          </p:nvPr>
        </p:nvSpPr>
        <p:spPr>
          <a:xfrm>
            <a:off x="6187288" y="3749040"/>
            <a:ext cx="2590724" cy="219456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สิ่งที่เกิดขึ้นในช่วงนี้</a:t>
            </a:r>
          </a:p>
        </p:txBody>
      </p:sp>
      <p:sp>
        <p:nvSpPr>
          <p:cNvPr id="15" name="Milestone 4"/>
          <p:cNvSpPr/>
          <p:nvPr/>
        </p:nvSpPr>
        <p:spPr>
          <a:xfrm>
            <a:off x="10018509" y="3145536"/>
            <a:ext cx="475488" cy="475488"/>
          </a:xfrm>
          <a:prstGeom prst="ellipse">
            <a:avLst/>
          </a:prstGeom>
          <a:solidFill>
            <a:srgbClr val="41A8B5"/>
          </a:solidFill>
          <a:ln w="19050">
            <a:solidFill>
              <a:srgbClr val="FFFFFF"/>
            </a:solidFill>
          </a:ln>
        </p:spPr>
        <p:txBody>
          <a:bodyPr wrap="square" lIns="0" tIns="0" rIns="0" bIns="0" anchor="ctr" rtlCol="0"/>
          <a:lstStyle/>
          <a:p>
            <a:pPr algn="ctr">
              <a:spcAft>
                <a:spcPts val="0"/>
              </a:spcAft>
            </a:pPr>
            <a:r>
              <a:rPr lang="th-TH" sz="1400" b="1" dirty="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rPr>
              <a:t>4</a:t>
            </a:r>
          </a:p>
        </p:txBody>
      </p:sp>
      <p:sp>
        <p:nvSpPr>
          <p:cNvPr id="16" name="Phase 4 Label Placeholder"/>
          <p:cNvSpPr>
            <a:spLocks noGrp="1"/>
          </p:cNvSpPr>
          <p:nvPr>
            <p:ph type="body" idx="4"/>
          </p:nvPr>
        </p:nvSpPr>
        <p:spPr>
          <a:xfrm>
            <a:off x="8960891" y="2331720"/>
            <a:ext cx="2590724" cy="731520"/>
          </a:xfrm>
          <a:prstGeom prst="rect">
            <a:avLst/>
          </a:prstGeom>
        </p:spPr>
        <p:txBody>
          <a:bodyPr wrap="square" lIns="0" tIns="0" rIns="0" bIns="0" rtlCol="0" anchor="b"/>
          <a:lstStyle>
            <a:lvl1pPr marL="0" indent="0" algn="ctr">
              <a:buNone/>
              <a:defRPr sz="16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ช่วงที่ 4 · ระยะเวลา</a:t>
            </a:r>
          </a:p>
        </p:txBody>
      </p:sp>
      <p:sp>
        <p:nvSpPr>
          <p:cNvPr id="17" name="Phase 4 Detail Placeholder"/>
          <p:cNvSpPr>
            <a:spLocks noGrp="1"/>
          </p:cNvSpPr>
          <p:nvPr>
            <p:ph type="body" idx="8"/>
          </p:nvPr>
        </p:nvSpPr>
        <p:spPr>
          <a:xfrm>
            <a:off x="8960891" y="3749040"/>
            <a:ext cx="2590724" cy="219456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สิ่งที่เกิดขึ้นในช่วงนี้</a:t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bg>
      <p:bgPr>
        <a:gradFill rotWithShape="1">
          <a:gsLst>
            <a:gs pos="0">
              <a:srgbClr val="0E2A47"/>
            </a:gs>
            <a:gs pos="45000">
              <a:srgbClr val="15375C"/>
            </a:gs>
            <a:gs pos="100000">
              <a:srgbClr val="1E5E78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ld Hairline"/>
          <p:cNvCxnSpPr/>
          <p:nvPr/>
        </p:nvCxnSpPr>
        <p:spPr>
          <a:xfrm>
            <a:off x="7680960" y="0"/>
            <a:ext cx="4510735" cy="3566160"/>
          </a:xfrm>
          <a:prstGeom prst="line">
            <a:avLst/>
          </a:prstGeom>
          <a:ln w="6350" cap="rnd">
            <a:solidFill>
              <a:srgbClr val="C9A227">
                <a:alpha val="20000"/>
              </a:srgbClr>
            </a:solidFill>
            <a:round/>
          </a:ln>
        </p:spPr>
      </p:cxnSp>
      <p:cxnSp>
        <p:nvCxnSpPr>
          <p:cNvPr id="3" name="Gold Hairline"/>
          <p:cNvCxnSpPr/>
          <p:nvPr/>
        </p:nvCxnSpPr>
        <p:spPr>
          <a:xfrm>
            <a:off x="8778240" y="0"/>
            <a:ext cx="3413455" cy="2377440"/>
          </a:xfrm>
          <a:prstGeom prst="line">
            <a:avLst/>
          </a:prstGeom>
          <a:ln w="6350" cap="rnd">
            <a:solidFill>
              <a:srgbClr val="C9A227">
                <a:alpha val="12000"/>
              </a:srgbClr>
            </a:solidFill>
            <a:round/>
          </a:ln>
        </p:spPr>
      </p:cxnSp>
      <p:cxnSp>
        <p:nvCxnSpPr>
          <p:cNvPr id="4" name="Gold Hairline"/>
          <p:cNvCxnSpPr/>
          <p:nvPr/>
        </p:nvCxnSpPr>
        <p:spPr>
          <a:xfrm>
            <a:off x="0" y="4846320"/>
            <a:ext cx="4206240" cy="2011680"/>
          </a:xfrm>
          <a:prstGeom prst="line">
            <a:avLst/>
          </a:prstGeom>
          <a:ln w="6350" cap="rnd">
            <a:solidFill>
              <a:srgbClr val="C9A227">
                <a:alpha val="14000"/>
              </a:srgbClr>
            </a:solidFill>
            <a:round/>
          </a:ln>
        </p:spPr>
      </p:cxnSp>
      <p:sp>
        <p:nvSpPr>
          <p:cNvPr id="5" name="Title Placeholder"/>
          <p:cNvSpPr>
            <a:spLocks noGrp="1"/>
          </p:cNvSpPr>
          <p:nvPr>
            <p:ph type="ctrTitle"/>
          </p:nvPr>
        </p:nvSpPr>
        <p:spPr>
          <a:xfrm>
            <a:off x="548640" y="2194560"/>
            <a:ext cx="9326880" cy="128016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4000" b="1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400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ขอบคุณ</a:t>
            </a:r>
          </a:p>
        </p:txBody>
      </p:sp>
      <p:sp>
        <p:nvSpPr>
          <p:cNvPr id="6" name="Subtitle Placeholder"/>
          <p:cNvSpPr>
            <a:spLocks noGrp="1"/>
          </p:cNvSpPr>
          <p:nvPr>
            <p:ph type="subTitle" idx="1"/>
          </p:nvPr>
        </p:nvSpPr>
        <p:spPr>
          <a:xfrm>
            <a:off x="548640" y="3566160"/>
            <a:ext cx="9326880" cy="73152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ประโยคปิดหรือขั้นถัดไปที่เสนอ</a:t>
            </a:r>
          </a:p>
        </p:txBody>
      </p:sp>
      <p:cxnSp>
        <p:nvCxnSpPr>
          <p:cNvPr id="7" name="Gold Rule"/>
          <p:cNvCxnSpPr/>
          <p:nvPr/>
        </p:nvCxnSpPr>
        <p:spPr>
          <a:xfrm>
            <a:off x="548640" y="452628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8" name="Contact Placeholder"/>
          <p:cNvSpPr>
            <a:spLocks noGrp="1"/>
          </p:cNvSpPr>
          <p:nvPr>
            <p:ph type="body" idx="2"/>
          </p:nvPr>
        </p:nvSpPr>
        <p:spPr>
          <a:xfrm>
            <a:off x="548640" y="4663440"/>
            <a:ext cx="8229600" cy="9144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14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4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ชื่อผู้ติดต่อ · อีเมล · โทรศัพท์</a:t>
            </a:r>
          </a:p>
        </p:txBody>
      </p:sp>
      <p:pic>
        <p:nvPicPr>
          <p:cNvPr id="9" name="iCE Logo White" descr="iCE Logo Wh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71032"/>
            <a:ext cx="770792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ppendix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 Tag"/>
          <p:cNvSpPr/>
          <p:nvPr/>
        </p:nvSpPr>
        <p:spPr>
          <a:xfrm>
            <a:off x="1417320" y="201168"/>
            <a:ext cx="1280160" cy="237744"/>
          </a:xfrm>
          <a:prstGeom prst="roundRect">
            <a:avLst/>
          </a:prstGeom>
          <a:solidFill>
            <a:srgbClr val="C9A227">
              <a:alpha val="18000"/>
            </a:srgbClr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spcAft>
                <a:spcPts val="0"/>
              </a:spcAft>
            </a:pPr>
            <a:r>
              <a:rPr lang="th-TH" sz="1000" b="1" dirty="0">
                <a:solidFill>
                  <a:srgbClr val="A6841C"/>
                </a:solidFill>
                <a:latin typeface="IBM Plex Sans Thai Looped"/>
                <a:ea typeface="IBM Plex Sans Thai Looped"/>
                <a:cs typeface="IBM Plex Sans Thai Looped"/>
              </a:rPr>
              <a:t>ภาคผนวก</a:t>
            </a:r>
          </a:p>
        </p:txBody>
      </p:sp>
      <p:sp>
        <p:nvSpPr>
          <p:cNvPr id="3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54864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9601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หัวเรื่องของภาคผนวก</a:t>
            </a:r>
          </a:p>
        </p:txBody>
      </p:sp>
      <p:cxnSp>
        <p:nvCxnSpPr>
          <p:cNvPr id="5" name="Gold Rule"/>
          <p:cNvCxnSpPr/>
          <p:nvPr/>
        </p:nvCxnSpPr>
        <p:spPr>
          <a:xfrm>
            <a:off x="548640" y="150876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6" name="Body Placeholder"/>
          <p:cNvSpPr>
            <a:spLocks noGrp="1"/>
          </p:cNvSpPr>
          <p:nvPr>
            <p:ph type="body" idx="1"/>
          </p:nvPr>
        </p:nvSpPr>
        <p:spPr>
          <a:xfrm>
            <a:off x="548640" y="1783080"/>
            <a:ext cx="11094415" cy="416052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รายละเอียดประกอบ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iCE-Propose">
    <p:bg>
      <p:bgPr>
        <a:gradFill rotWithShape="1">
          <a:gsLst>
            <a:gs pos="0">
              <a:srgbClr val="FFFFFF"/>
            </a:gs>
            <a:gs pos="55000">
              <a:srgbClr val="F2F7FB"/>
            </a:gs>
            <a:gs pos="100000">
              <a:srgbClr val="EAF1F7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E Logo" descr="iCE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17206" y="347472"/>
            <a:ext cx="825849" cy="411480"/>
          </a:xfrm>
          <a:prstGeom prst="rect">
            <a:avLst/>
          </a:prstGeom>
        </p:spPr>
      </p:pic>
      <p:cxnSp>
        <p:nvCxnSpPr>
          <p:cNvPr id="3" name="Gold Hairline"/>
          <p:cNvCxnSpPr/>
          <p:nvPr/>
        </p:nvCxnSpPr>
        <p:spPr>
          <a:xfrm>
            <a:off x="548640" y="6144768"/>
            <a:ext cx="11094415" cy="0"/>
          </a:xfrm>
          <a:prstGeom prst="line">
            <a:avLst/>
          </a:prstGeom>
          <a:ln w="6350" cap="rnd">
            <a:solidFill>
              <a:srgbClr val="C9A227">
                <a:alpha val="30000"/>
              </a:srgbClr>
            </a:solidFill>
            <a:round/>
          </a:ln>
        </p:spPr>
      </p:cxn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9601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</a:t>
            </a:r>
          </a:p>
        </p:txBody>
      </p:sp>
      <p:sp>
        <p:nvSpPr>
          <p:cNvPr id="5" name="Body Placeholder"/>
          <p:cNvSpPr>
            <a:spLocks noGrp="1"/>
          </p:cNvSpPr>
          <p:nvPr>
            <p:ph type="body" idx="1"/>
          </p:nvPr>
        </p:nvSpPr>
        <p:spPr>
          <a:xfrm>
            <a:off x="548640" y="1783080"/>
            <a:ext cx="11094415" cy="416052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8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>
        <a:defRPr sz="2600" b="1">
          <a:solidFill>
            <a:srgbClr val="15375C"/>
          </a:solidFill>
          <a:latin typeface="IBM Plex Sans Thai Looped"/>
          <a:ea typeface="IBM Plex Sans Thai Looped"/>
          <a:cs typeface="IBM Plex Sans Thai Looped"/>
        </a:defRPr>
      </a:lvl1pPr>
    </p:titleStyle>
    <p:bodyStyle>
      <a:lvl1pPr marL="228600" indent="-228600">
        <a:spcBef>
          <a:spcPts val="600"/>
        </a:spcBef>
        <a:buClr>
          <a:srgbClr val="41A8B5"/>
        </a:buClr>
        <a:buFont typeface="IBM Plex Sans Thai Looped"/>
        <a:buChar char="•"/>
        <a:defRPr sz="1800">
          <a:solidFill>
            <a:srgbClr val="595959"/>
          </a:solidFill>
          <a:latin typeface="IBM Plex Sans Thai Looped"/>
          <a:ea typeface="IBM Plex Sans Thai Looped"/>
          <a:cs typeface="IBM Plex Sans Thai Looped"/>
        </a:defRPr>
      </a:lvl1pPr>
      <a:lvl2pPr marL="457200" indent="-228600">
        <a:spcBef>
          <a:spcPts val="300"/>
        </a:spcBef>
        <a:buClr>
          <a:srgbClr val="2E8FB8"/>
        </a:buClr>
        <a:buFont typeface="IBM Plex Sans Thai Looped"/>
        <a:buChar char="–"/>
        <a:defRPr sz="1600">
          <a:solidFill>
            <a:srgbClr val="595959"/>
          </a:solidFill>
          <a:latin typeface="IBM Plex Sans Thai Looped"/>
          <a:ea typeface="IBM Plex Sans Thai Looped"/>
          <a:cs typeface="IBM Plex Sans Thai Looped"/>
        </a:defRPr>
      </a:lvl2pPr>
      <a:lvl3pPr marL="685800" indent="-228600">
        <a:buClr>
          <a:srgbClr val="2E8FB8"/>
        </a:buClr>
        <a:buFont typeface="IBM Plex Sans Thai Looped"/>
        <a:buChar char="–"/>
        <a:defRPr sz="1600">
          <a:solidFill>
            <a:srgbClr val="595959"/>
          </a:solidFill>
          <a:latin typeface="IBM Plex Sans Thai Looped"/>
          <a:ea typeface="IBM Plex Sans Thai Looped"/>
          <a:cs typeface="IBM Plex Sans Thai Looped"/>
        </a:defRPr>
      </a:lvl3pPr>
    </p:bodyStyle>
    <p:otherStyle>
      <a:defPPr>
        <a:defRPr lang="th-TH"/>
      </a:defPPr>
      <a:lvl1pPr algn="l">
        <a:defRPr sz="1400">
          <a:solidFill>
            <a:srgbClr val="595959"/>
          </a:solidFill>
          <a:latin typeface="IBM Plex Sans Thai Looped"/>
          <a:ea typeface="IBM Plex Sans Thai Looped"/>
          <a:cs typeface="IBM Plex Sans Thai Looped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anrope"/>
              </a:defRPr>
            </a:pPr>
            <a:r>
              <a:t>Test Solution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4048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arabun"/>
              </a:defRPr>
            </a:pPr>
            <a:r>
              <a:t>Smoke test of b2b-presentation-creator skill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B0B7C0"/>
          </a:solidFill>
          <a:ln>
            <a:solidFill>
              <a:srgbClr val="B0B7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C74634"/>
                </a:solidFill>
                <a:latin typeface="Manrope"/>
              </a:defRPr>
            </a:pPr>
            <a:r>
              <a:t>67%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6454F"/>
                </a:solidFill>
                <a:latin typeface="Manrope"/>
              </a:defRPr>
            </a:pPr>
            <a:r>
              <a:t>Average reduction in close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1A"/>
                </a:solidFill>
                <a:latin typeface="Sarabun"/>
              </a:defRPr>
            </a:pPr>
            <a:r>
              <a:t>Across 50+ enterprise engagements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6454F"/>
                </a:solidFill>
                <a:latin typeface="Manrope"/>
              </a:defRPr>
            </a:pPr>
            <a:r>
              <a:t>Three core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88720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188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Enterprise-grade controls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Built-in analytics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49039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3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Change management included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6454F"/>
                </a:solidFill>
                <a:latin typeface="Manrope"/>
              </a:defRPr>
            </a:pPr>
            <a:r>
              <a:t>Implementation in five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047" y="2743200"/>
            <a:ext cx="1828800" cy="1097280"/>
          </a:xfrm>
          <a:prstGeom prst="rect">
            <a:avLst/>
          </a:prstGeom>
          <a:solidFill>
            <a:srgbClr val="36454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948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6F8"/>
                </a:solidFill>
                <a:latin typeface="Sarabun"/>
              </a:defRPr>
            </a:pPr>
            <a:r>
              <a:t>{'label': 'Discover'}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684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6454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167" y="2743200"/>
            <a:ext cx="1828800" cy="1097280"/>
          </a:xfrm>
          <a:prstGeom prst="rect">
            <a:avLst/>
          </a:prstGeom>
          <a:solidFill>
            <a:srgbClr val="36454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260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6F8"/>
                </a:solidFill>
                <a:latin typeface="Sarabun"/>
              </a:defRPr>
            </a:pPr>
            <a:r>
              <a:t>{'label': 'Design'}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996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6454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4287" y="2743200"/>
            <a:ext cx="1828800" cy="1097280"/>
          </a:xfrm>
          <a:prstGeom prst="rect">
            <a:avLst/>
          </a:prstGeom>
          <a:solidFill>
            <a:srgbClr val="36454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572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6F8"/>
                </a:solidFill>
                <a:latin typeface="Sarabun"/>
              </a:defRPr>
            </a:pPr>
            <a:r>
              <a:t>{'label': 'Build'}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308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6454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47407" y="2743200"/>
            <a:ext cx="1828800" cy="1097280"/>
          </a:xfrm>
          <a:prstGeom prst="rect">
            <a:avLst/>
          </a:prstGeom>
          <a:solidFill>
            <a:srgbClr val="36454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884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6F8"/>
                </a:solidFill>
                <a:latin typeface="Sarabun"/>
              </a:defRPr>
            </a:pPr>
            <a:r>
              <a:t>{'label': 'Test'}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620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6454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50527" y="2743200"/>
            <a:ext cx="1828800" cy="1097280"/>
          </a:xfrm>
          <a:prstGeom prst="rect">
            <a:avLst/>
          </a:prstGeom>
          <a:solidFill>
            <a:srgbClr val="36454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196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6F8"/>
                </a:solidFill>
                <a:latin typeface="Sarabun"/>
              </a:defRPr>
            </a:pPr>
            <a:r>
              <a:t>{'label': 'Launch'}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E">
      <a:dk1>
        <a:srgbClr val="595959"/>
      </a:dk1>
      <a:lt1>
        <a:srgbClr val="FFFFFF"/>
      </a:lt1>
      <a:dk2>
        <a:srgbClr val="15375C"/>
      </a:dk2>
      <a:lt2>
        <a:srgbClr val="F2F7FB"/>
      </a:lt2>
      <a:accent1>
        <a:srgbClr val="1E66A4"/>
      </a:accent1>
      <a:accent2>
        <a:srgbClr val="41A8B5"/>
      </a:accent2>
      <a:accent3>
        <a:srgbClr val="2E8FB8"/>
      </a:accent3>
      <a:accent4>
        <a:srgbClr val="C9A227"/>
      </a:accent4>
      <a:accent5>
        <a:srgbClr val="1F9D6B"/>
      </a:accent5>
      <a:accent6>
        <a:srgbClr val="C9912A"/>
      </a:accent6>
      <a:hlink>
        <a:srgbClr val="1E66A4"/>
      </a:hlink>
      <a:folHlink>
        <a:srgbClr val="41A8B5"/>
      </a:folHlink>
    </a:clrScheme>
    <a:fontScheme name="iCE">
      <a:majorFont>
        <a:latin typeface="IBM Plex Sans Thai Looped"/>
        <a:ea typeface="IBM Plex Sans Thai Looped"/>
        <a:cs typeface="IBM Plex Sans Thai Looped"/>
        <a:font script="Thai" typeface="IBM Plex Sans Thai Looped"/>
        <a:font script="Jpan" typeface="IBM Plex Sans Thai Looped"/>
        <a:font script="Hans" typeface="IBM Plex Sans Thai Looped"/>
        <a:font script="Hant" typeface="IBM Plex Sans Thai Looped"/>
        <a:font script="Arab" typeface="IBM Plex Sans Thai Looped"/>
        <a:font script="Hebr" typeface="IBM Plex Sans Thai Looped"/>
      </a:majorFont>
      <a:minorFont>
        <a:latin typeface="IBM Plex Sans Thai Looped"/>
        <a:ea typeface="IBM Plex Sans Thai Looped"/>
        <a:cs typeface="IBM Plex Sans Thai Looped"/>
        <a:font script="Thai" typeface="IBM Plex Sans Thai Looped"/>
        <a:font script="Jpan" typeface="IBM Plex Sans Thai Looped"/>
        <a:font script="Hans" typeface="IBM Plex Sans Thai Looped"/>
        <a:font script="Hant" typeface="IBM Plex Sans Thai Looped"/>
        <a:font script="Arab" typeface="IBM Plex Sans Thai Looped"/>
        <a:font script="Hebr" typeface="IBM Plex Sans Thai Loope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iCE-Propose Master</dc:title>
  <dc:subject>แม่แบบ .pptx ของ iCE — 9 layout · 16:9</dc:subject>
  <dc:creator>iCE Consulting</dc:creator>
  <cp:keywords/>
  <dc:description>สร้างโดย make_master.py · ฟอนต์ theme = IBM Plex Sans Thai Looped · สีจาก iCE Design System tokens.json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